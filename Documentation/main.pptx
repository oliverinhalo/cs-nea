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EAE1F38-E13D-4587-AA65-1D4B31F8F4D2}" v="1475" dt="2025-09-20T09:10:25.22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14" autoAdjust="0"/>
    <p:restoredTop sz="94660"/>
  </p:normalViewPr>
  <p:slideViewPr>
    <p:cSldViewPr snapToGrid="0">
      <p:cViewPr varScale="1">
        <p:scale>
          <a:sx n="99" d="100"/>
          <a:sy n="99" d="100"/>
        </p:scale>
        <p:origin x="532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acob Levy" userId="32e4d92d6bbd6b86" providerId="LiveId" clId="{9EAE1F38-E13D-4587-AA65-1D4B31F8F4D2}"/>
    <pc:docChg chg="undo custSel addSld modSld">
      <pc:chgData name="Jacob Levy" userId="32e4d92d6bbd6b86" providerId="LiveId" clId="{9EAE1F38-E13D-4587-AA65-1D4B31F8F4D2}" dt="2025-09-07T17:06:52.290" v="1056" actId="207"/>
      <pc:docMkLst>
        <pc:docMk/>
      </pc:docMkLst>
      <pc:sldChg chg="addSp delSp modSp add mod">
        <pc:chgData name="Jacob Levy" userId="32e4d92d6bbd6b86" providerId="LiveId" clId="{9EAE1F38-E13D-4587-AA65-1D4B31F8F4D2}" dt="2025-09-07T16:49:10.198" v="81" actId="478"/>
        <pc:sldMkLst>
          <pc:docMk/>
          <pc:sldMk cId="3108251439" sldId="257"/>
        </pc:sldMkLst>
      </pc:sldChg>
      <pc:sldChg chg="modSp add">
        <pc:chgData name="Jacob Levy" userId="32e4d92d6bbd6b86" providerId="LiveId" clId="{9EAE1F38-E13D-4587-AA65-1D4B31F8F4D2}" dt="2025-09-07T17:06:52.290" v="1056" actId="207"/>
        <pc:sldMkLst>
          <pc:docMk/>
          <pc:sldMk cId="2338141979" sldId="258"/>
        </pc:sldMkLst>
        <pc:graphicFrameChg chg="mod">
          <ac:chgData name="Jacob Levy" userId="32e4d92d6bbd6b86" providerId="LiveId" clId="{9EAE1F38-E13D-4587-AA65-1D4B31F8F4D2}" dt="2025-09-07T17:06:52.290" v="1056" actId="207"/>
          <ac:graphicFrameMkLst>
            <pc:docMk/>
            <pc:sldMk cId="2338141979" sldId="258"/>
            <ac:graphicFrameMk id="4" creationId="{208B28CC-5DAC-F0C9-DB29-2F8E52AB9F90}"/>
          </ac:graphicFrameMkLst>
        </pc:graphicFrameChg>
      </pc:sldChg>
    </pc:docChg>
  </pc:docChgLst>
  <pc:docChgLst>
    <pc:chgData name="Jacob Levy" userId="32e4d92d6bbd6b86" providerId="LiveId" clId="{10DFF0FF-1200-479E-996D-CF656EC672F3}"/>
    <pc:docChg chg="undo custSel addSld delSld modSld sldOrd">
      <pc:chgData name="Jacob Levy" userId="32e4d92d6bbd6b86" providerId="LiveId" clId="{10DFF0FF-1200-479E-996D-CF656EC672F3}" dt="2025-09-23T07:34:59.810" v="603" actId="1036"/>
      <pc:docMkLst>
        <pc:docMk/>
      </pc:docMkLst>
      <pc:sldChg chg="addSp modSp add mod setBg">
        <pc:chgData name="Jacob Levy" userId="32e4d92d6bbd6b86" providerId="LiveId" clId="{10DFF0FF-1200-479E-996D-CF656EC672F3}" dt="2025-09-23T07:34:59.810" v="603" actId="1036"/>
        <pc:sldMkLst>
          <pc:docMk/>
          <pc:sldMk cId="881450216" sldId="257"/>
        </pc:sldMkLst>
        <pc:spChg chg="mod">
          <ac:chgData name="Jacob Levy" userId="32e4d92d6bbd6b86" providerId="LiveId" clId="{10DFF0FF-1200-479E-996D-CF656EC672F3}" dt="2025-09-23T07:33:44.096" v="586" actId="20577"/>
          <ac:spMkLst>
            <pc:docMk/>
            <pc:sldMk cId="881450216" sldId="257"/>
            <ac:spMk id="4" creationId="{8BA8F146-87F0-BDF1-3992-4A45E7C67FF1}"/>
          </ac:spMkLst>
        </pc:spChg>
        <pc:picChg chg="add mod ord">
          <ac:chgData name="Jacob Levy" userId="32e4d92d6bbd6b86" providerId="LiveId" clId="{10DFF0FF-1200-479E-996D-CF656EC672F3}" dt="2025-09-23T07:34:59.810" v="603" actId="1036"/>
          <ac:picMkLst>
            <pc:docMk/>
            <pc:sldMk cId="881450216" sldId="257"/>
            <ac:picMk id="3" creationId="{EFE94389-B1EB-F923-33AD-1CD46EA6C220}"/>
          </ac:picMkLst>
        </pc:picChg>
      </pc:sldChg>
      <pc:sldChg chg="del">
        <pc:chgData name="Jacob Levy" userId="32e4d92d6bbd6b86" providerId="LiveId" clId="{10DFF0FF-1200-479E-996D-CF656EC672F3}" dt="2025-09-09T07:41:15.143" v="0" actId="47"/>
        <pc:sldMkLst>
          <pc:docMk/>
          <pc:sldMk cId="3108251439" sldId="257"/>
        </pc:sldMkLst>
      </pc:sldChg>
      <pc:sldChg chg="modSp add">
        <pc:chgData name="Jacob Levy" userId="32e4d92d6bbd6b86" providerId="LiveId" clId="{10DFF0FF-1200-479E-996D-CF656EC672F3}" dt="2025-09-09T07:50:30.778" v="431" actId="20577"/>
        <pc:sldMkLst>
          <pc:docMk/>
          <pc:sldMk cId="6809206" sldId="259"/>
        </pc:sldMkLst>
        <pc:graphicFrameChg chg="mod">
          <ac:chgData name="Jacob Levy" userId="32e4d92d6bbd6b86" providerId="LiveId" clId="{10DFF0FF-1200-479E-996D-CF656EC672F3}" dt="2025-09-09T07:50:30.778" v="431" actId="20577"/>
          <ac:graphicFrameMkLst>
            <pc:docMk/>
            <pc:sldMk cId="6809206" sldId="259"/>
            <ac:graphicFrameMk id="4" creationId="{9A21C95B-04EF-50BB-AC63-200113F17F56}"/>
          </ac:graphicFrameMkLst>
        </pc:graphicFrameChg>
      </pc:sldChg>
      <pc:sldChg chg="addSp delSp modSp new mod ord setBg">
        <pc:chgData name="Jacob Levy" userId="32e4d92d6bbd6b86" providerId="LiveId" clId="{10DFF0FF-1200-479E-996D-CF656EC672F3}" dt="2025-09-12T11:15:25.095" v="453" actId="14100"/>
        <pc:sldMkLst>
          <pc:docMk/>
          <pc:sldMk cId="4114785626" sldId="260"/>
        </pc:sldMkLst>
        <pc:spChg chg="add">
          <ac:chgData name="Jacob Levy" userId="32e4d92d6bbd6b86" providerId="LiveId" clId="{10DFF0FF-1200-479E-996D-CF656EC672F3}" dt="2025-09-12T11:13:21.990" v="436" actId="26606"/>
          <ac:spMkLst>
            <pc:docMk/>
            <pc:sldMk cId="4114785626" sldId="260"/>
            <ac:spMk id="7" creationId="{42A4FC2C-047E-45A5-965D-8E1E3BF09BC6}"/>
          </ac:spMkLst>
        </pc:spChg>
        <pc:picChg chg="add mod">
          <ac:chgData name="Jacob Levy" userId="32e4d92d6bbd6b86" providerId="LiveId" clId="{10DFF0FF-1200-479E-996D-CF656EC672F3}" dt="2025-09-12T11:15:25.095" v="453" actId="14100"/>
          <ac:picMkLst>
            <pc:docMk/>
            <pc:sldMk cId="4114785626" sldId="260"/>
            <ac:picMk id="4" creationId="{9E70DE21-D8F7-5609-9F4A-3B98EDA8CE41}"/>
          </ac:picMkLst>
        </pc:picChg>
      </pc:sldChg>
      <pc:sldChg chg="addSp modSp new mod">
        <pc:chgData name="Jacob Levy" userId="32e4d92d6bbd6b86" providerId="LiveId" clId="{10DFF0FF-1200-479E-996D-CF656EC672F3}" dt="2025-09-12T11:31:00.681" v="577" actId="2165"/>
        <pc:sldMkLst>
          <pc:docMk/>
          <pc:sldMk cId="138313825" sldId="261"/>
        </pc:sldMkLst>
        <pc:graphicFrameChg chg="add mod modGraphic">
          <ac:chgData name="Jacob Levy" userId="32e4d92d6bbd6b86" providerId="LiveId" clId="{10DFF0FF-1200-479E-996D-CF656EC672F3}" dt="2025-09-12T11:31:00.681" v="577" actId="2165"/>
          <ac:graphicFrameMkLst>
            <pc:docMk/>
            <pc:sldMk cId="138313825" sldId="261"/>
            <ac:graphicFrameMk id="2" creationId="{12D1A40E-441E-AF7B-68E2-34BD457A27F5}"/>
          </ac:graphicFrameMkLst>
        </pc:graphicFrameChg>
      </pc:sldChg>
      <pc:sldChg chg="add">
        <pc:chgData name="Jacob Levy" userId="32e4d92d6bbd6b86" providerId="LiveId" clId="{10DFF0FF-1200-479E-996D-CF656EC672F3}" dt="2025-09-20T09:10:25.218" v="578"/>
        <pc:sldMkLst>
          <pc:docMk/>
          <pc:sldMk cId="4095473579" sldId="262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6794D97-5CDA-4948-939A-6254DBFE8F2E}" type="doc">
      <dgm:prSet loTypeId="urn:microsoft.com/office/officeart/2005/8/layout/hierarchy6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GB"/>
        </a:p>
      </dgm:t>
    </dgm:pt>
    <dgm:pt modelId="{58112276-D6E9-4119-8221-2A4359280B24}">
      <dgm:prSet phldrT="[Text]"/>
      <dgm:spPr/>
      <dgm:t>
        <a:bodyPr/>
        <a:lstStyle/>
        <a:p>
          <a:r>
            <a:rPr lang="en-GB" dirty="0"/>
            <a:t>Login page</a:t>
          </a:r>
        </a:p>
      </dgm:t>
    </dgm:pt>
    <dgm:pt modelId="{95175B4D-CF22-42EC-A1EE-4F8E380C054D}" type="parTrans" cxnId="{88B7D384-3D40-4EB1-B2AD-5BFEA757D63E}">
      <dgm:prSet/>
      <dgm:spPr/>
      <dgm:t>
        <a:bodyPr/>
        <a:lstStyle/>
        <a:p>
          <a:endParaRPr lang="en-GB"/>
        </a:p>
      </dgm:t>
    </dgm:pt>
    <dgm:pt modelId="{D66AAE27-14A4-4001-BA1D-F3C8896F0B01}" type="sibTrans" cxnId="{88B7D384-3D40-4EB1-B2AD-5BFEA757D63E}">
      <dgm:prSet/>
      <dgm:spPr/>
      <dgm:t>
        <a:bodyPr/>
        <a:lstStyle/>
        <a:p>
          <a:endParaRPr lang="en-GB"/>
        </a:p>
      </dgm:t>
    </dgm:pt>
    <dgm:pt modelId="{240EB870-21FB-4638-82BC-5B58C3011037}">
      <dgm:prSet phldrT="[Text]"/>
      <dgm:spPr/>
      <dgm:t>
        <a:bodyPr/>
        <a:lstStyle/>
        <a:p>
          <a:r>
            <a:rPr lang="en-GB" dirty="0"/>
            <a:t>Student</a:t>
          </a:r>
        </a:p>
      </dgm:t>
    </dgm:pt>
    <dgm:pt modelId="{D1D10A06-F4D8-4CF6-B1A4-6C0533EE963F}" type="parTrans" cxnId="{9B36F1B5-EAFC-4F30-8497-61B27198E57F}">
      <dgm:prSet/>
      <dgm:spPr/>
      <dgm:t>
        <a:bodyPr/>
        <a:lstStyle/>
        <a:p>
          <a:endParaRPr lang="en-GB"/>
        </a:p>
      </dgm:t>
    </dgm:pt>
    <dgm:pt modelId="{51012FB0-151D-4D8B-8EB1-B1FEC3959FEB}" type="sibTrans" cxnId="{9B36F1B5-EAFC-4F30-8497-61B27198E57F}">
      <dgm:prSet/>
      <dgm:spPr/>
      <dgm:t>
        <a:bodyPr/>
        <a:lstStyle/>
        <a:p>
          <a:endParaRPr lang="en-GB"/>
        </a:p>
      </dgm:t>
    </dgm:pt>
    <dgm:pt modelId="{6D3350AD-0B51-4B56-82DD-F7D3DA531987}">
      <dgm:prSet phldrT="[Text]"/>
      <dgm:spPr/>
      <dgm:t>
        <a:bodyPr/>
        <a:lstStyle/>
        <a:p>
          <a:r>
            <a:rPr lang="en-GB" dirty="0"/>
            <a:t>Teacher</a:t>
          </a:r>
        </a:p>
      </dgm:t>
    </dgm:pt>
    <dgm:pt modelId="{568D5973-AB59-4617-A21B-AED4B5643AE8}" type="parTrans" cxnId="{FEEA7017-22E7-43AB-9E41-3EC9B1037788}">
      <dgm:prSet/>
      <dgm:spPr/>
      <dgm:t>
        <a:bodyPr/>
        <a:lstStyle/>
        <a:p>
          <a:endParaRPr lang="en-GB"/>
        </a:p>
      </dgm:t>
    </dgm:pt>
    <dgm:pt modelId="{DEAABE41-A15D-4A2D-98CF-C8AE98C86A27}" type="sibTrans" cxnId="{FEEA7017-22E7-43AB-9E41-3EC9B1037788}">
      <dgm:prSet/>
      <dgm:spPr/>
      <dgm:t>
        <a:bodyPr/>
        <a:lstStyle/>
        <a:p>
          <a:endParaRPr lang="en-GB"/>
        </a:p>
      </dgm:t>
    </dgm:pt>
    <dgm:pt modelId="{90855ED3-2245-4E70-A5B4-4B2A020286DF}">
      <dgm:prSet phldrT="[Text]"/>
      <dgm:spPr/>
      <dgm:t>
        <a:bodyPr/>
        <a:lstStyle/>
        <a:p>
          <a:r>
            <a:rPr lang="en-GB" dirty="0"/>
            <a:t>Admin</a:t>
          </a:r>
        </a:p>
      </dgm:t>
    </dgm:pt>
    <dgm:pt modelId="{2F450C60-7374-4D29-9F4C-D92ADDBBA176}" type="parTrans" cxnId="{6697E21E-9E32-4DC6-B83F-A85DDF7F19D6}">
      <dgm:prSet/>
      <dgm:spPr/>
      <dgm:t>
        <a:bodyPr/>
        <a:lstStyle/>
        <a:p>
          <a:endParaRPr lang="en-GB"/>
        </a:p>
      </dgm:t>
    </dgm:pt>
    <dgm:pt modelId="{3574D7D6-D2C0-4813-9A80-B8D9C7CF1DF1}" type="sibTrans" cxnId="{6697E21E-9E32-4DC6-B83F-A85DDF7F19D6}">
      <dgm:prSet/>
      <dgm:spPr/>
      <dgm:t>
        <a:bodyPr/>
        <a:lstStyle/>
        <a:p>
          <a:endParaRPr lang="en-GB"/>
        </a:p>
      </dgm:t>
    </dgm:pt>
    <dgm:pt modelId="{B296CF56-C326-4DB7-B8BE-073284BAB776}">
      <dgm:prSet phldrT="[Text]"/>
      <dgm:spPr/>
      <dgm:t>
        <a:bodyPr/>
        <a:lstStyle/>
        <a:p>
          <a:r>
            <a:rPr lang="en-GB" dirty="0"/>
            <a:t>Set location</a:t>
          </a:r>
        </a:p>
      </dgm:t>
    </dgm:pt>
    <dgm:pt modelId="{727CC603-981D-4963-AFE6-EDF5FFD11B62}" type="parTrans" cxnId="{6004F9BC-45F9-4AC0-96A6-F160583CFF78}">
      <dgm:prSet/>
      <dgm:spPr/>
      <dgm:t>
        <a:bodyPr/>
        <a:lstStyle/>
        <a:p>
          <a:endParaRPr lang="en-GB"/>
        </a:p>
      </dgm:t>
    </dgm:pt>
    <dgm:pt modelId="{45C337B8-3891-48F4-9092-23A336E46134}" type="sibTrans" cxnId="{6004F9BC-45F9-4AC0-96A6-F160583CFF78}">
      <dgm:prSet/>
      <dgm:spPr/>
      <dgm:t>
        <a:bodyPr/>
        <a:lstStyle/>
        <a:p>
          <a:endParaRPr lang="en-GB"/>
        </a:p>
      </dgm:t>
    </dgm:pt>
    <dgm:pt modelId="{A660C0E7-7D17-4117-9366-7DB030114B53}">
      <dgm:prSet phldrT="[Text]"/>
      <dgm:spPr/>
      <dgm:t>
        <a:bodyPr/>
        <a:lstStyle/>
        <a:p>
          <a:r>
            <a:rPr lang="en-GB" dirty="0"/>
            <a:t>Timetable view</a:t>
          </a:r>
        </a:p>
      </dgm:t>
    </dgm:pt>
    <dgm:pt modelId="{17EEE7B2-B500-4593-9FA4-83F76E4FFBBD}" type="sibTrans" cxnId="{78F8A899-F371-40D7-8A11-C5E1E6D18501}">
      <dgm:prSet/>
      <dgm:spPr/>
      <dgm:t>
        <a:bodyPr/>
        <a:lstStyle/>
        <a:p>
          <a:endParaRPr lang="en-GB"/>
        </a:p>
      </dgm:t>
    </dgm:pt>
    <dgm:pt modelId="{AD47636D-FECC-439C-B91F-2B8FF3B6FC46}" type="parTrans" cxnId="{78F8A899-F371-40D7-8A11-C5E1E6D18501}">
      <dgm:prSet/>
      <dgm:spPr/>
      <dgm:t>
        <a:bodyPr/>
        <a:lstStyle/>
        <a:p>
          <a:endParaRPr lang="en-GB"/>
        </a:p>
      </dgm:t>
    </dgm:pt>
    <dgm:pt modelId="{76E09305-EF9E-456E-8414-0ADDD1F56A9A}">
      <dgm:prSet phldrT="[Text]"/>
      <dgm:spPr/>
      <dgm:t>
        <a:bodyPr/>
        <a:lstStyle/>
        <a:p>
          <a:r>
            <a:rPr lang="en-GB" dirty="0"/>
            <a:t>Switch view options</a:t>
          </a:r>
        </a:p>
      </dgm:t>
    </dgm:pt>
    <dgm:pt modelId="{36A34595-33F7-4613-A746-33D98B1A9487}" type="parTrans" cxnId="{1E85F997-E896-4E1D-9EC7-E231A68F436C}">
      <dgm:prSet/>
      <dgm:spPr/>
      <dgm:t>
        <a:bodyPr/>
        <a:lstStyle/>
        <a:p>
          <a:endParaRPr lang="en-GB"/>
        </a:p>
      </dgm:t>
    </dgm:pt>
    <dgm:pt modelId="{672264D6-8152-4486-A4F7-79BC663A4C14}" type="sibTrans" cxnId="{1E85F997-E896-4E1D-9EC7-E231A68F436C}">
      <dgm:prSet/>
      <dgm:spPr/>
      <dgm:t>
        <a:bodyPr/>
        <a:lstStyle/>
        <a:p>
          <a:endParaRPr lang="en-GB"/>
        </a:p>
      </dgm:t>
    </dgm:pt>
    <dgm:pt modelId="{6536DCA4-8F5B-4EDB-9954-D0D08D6586BD}">
      <dgm:prSet phldrT="[Text]"/>
      <dgm:spPr/>
      <dgm:t>
        <a:bodyPr/>
        <a:lstStyle/>
        <a:p>
          <a:r>
            <a:rPr lang="en-GB" dirty="0"/>
            <a:t>Manual update</a:t>
          </a:r>
        </a:p>
      </dgm:t>
    </dgm:pt>
    <dgm:pt modelId="{D7AB1F56-9F99-4A8D-A8E0-B3C6808B1540}" type="parTrans" cxnId="{0F6CAE1A-2836-4A8C-9F45-5B0B140E41C7}">
      <dgm:prSet/>
      <dgm:spPr/>
      <dgm:t>
        <a:bodyPr/>
        <a:lstStyle/>
        <a:p>
          <a:endParaRPr lang="en-GB"/>
        </a:p>
      </dgm:t>
    </dgm:pt>
    <dgm:pt modelId="{A9C81770-843D-44AC-B88D-543067FE79B5}" type="sibTrans" cxnId="{0F6CAE1A-2836-4A8C-9F45-5B0B140E41C7}">
      <dgm:prSet/>
      <dgm:spPr/>
      <dgm:t>
        <a:bodyPr/>
        <a:lstStyle/>
        <a:p>
          <a:endParaRPr lang="en-GB"/>
        </a:p>
      </dgm:t>
    </dgm:pt>
    <dgm:pt modelId="{A37CFA40-E511-46FC-AC1B-06CC3795D111}">
      <dgm:prSet phldrT="[Text]"/>
      <dgm:spPr/>
      <dgm:t>
        <a:bodyPr/>
        <a:lstStyle/>
        <a:p>
          <a:r>
            <a:rPr lang="en-GB" dirty="0"/>
            <a:t>Automatic update</a:t>
          </a:r>
        </a:p>
      </dgm:t>
    </dgm:pt>
    <dgm:pt modelId="{69D112AF-6014-4566-8718-5C874C8B18AE}" type="parTrans" cxnId="{D52BA375-F50F-4B4F-AEB3-447EA0A85596}">
      <dgm:prSet/>
      <dgm:spPr/>
      <dgm:t>
        <a:bodyPr/>
        <a:lstStyle/>
        <a:p>
          <a:endParaRPr lang="en-GB"/>
        </a:p>
      </dgm:t>
    </dgm:pt>
    <dgm:pt modelId="{36373BBF-2DA4-4FA9-9735-5CE8E71EB644}" type="sibTrans" cxnId="{D52BA375-F50F-4B4F-AEB3-447EA0A85596}">
      <dgm:prSet/>
      <dgm:spPr/>
      <dgm:t>
        <a:bodyPr/>
        <a:lstStyle/>
        <a:p>
          <a:endParaRPr lang="en-GB"/>
        </a:p>
      </dgm:t>
    </dgm:pt>
    <dgm:pt modelId="{6B582173-3CF5-4DC7-8381-CD15A8BA83FE}">
      <dgm:prSet phldrT="[Text]"/>
      <dgm:spPr/>
      <dgm:t>
        <a:bodyPr/>
        <a:lstStyle/>
        <a:p>
          <a:r>
            <a:rPr lang="en-GB" dirty="0"/>
            <a:t>Public view</a:t>
          </a:r>
        </a:p>
      </dgm:t>
    </dgm:pt>
    <dgm:pt modelId="{B72886C0-8A95-472B-8CAB-8E39152A31B2}" type="parTrans" cxnId="{2DA1505A-560C-421E-8631-CA329BF522B7}">
      <dgm:prSet/>
      <dgm:spPr/>
      <dgm:t>
        <a:bodyPr/>
        <a:lstStyle/>
        <a:p>
          <a:endParaRPr lang="en-GB"/>
        </a:p>
      </dgm:t>
    </dgm:pt>
    <dgm:pt modelId="{456604E5-15E3-4BE6-B8C8-6CF070FC9BEB}" type="sibTrans" cxnId="{2DA1505A-560C-421E-8631-CA329BF522B7}">
      <dgm:prSet/>
      <dgm:spPr/>
      <dgm:t>
        <a:bodyPr/>
        <a:lstStyle/>
        <a:p>
          <a:endParaRPr lang="en-GB"/>
        </a:p>
      </dgm:t>
    </dgm:pt>
    <dgm:pt modelId="{CD017867-76A7-4434-884E-8F22D3D8CEBB}">
      <dgm:prSet phldrT="[Text]"/>
      <dgm:spPr/>
      <dgm:t>
        <a:bodyPr/>
        <a:lstStyle/>
        <a:p>
          <a:r>
            <a:rPr lang="en-GB" dirty="0"/>
            <a:t>Analysis view</a:t>
          </a:r>
        </a:p>
      </dgm:t>
    </dgm:pt>
    <dgm:pt modelId="{289FD2BD-50B5-45DE-A8B2-46095061D722}" type="parTrans" cxnId="{A3EE3861-5317-493D-90F0-15C6EFDB926A}">
      <dgm:prSet/>
      <dgm:spPr/>
      <dgm:t>
        <a:bodyPr/>
        <a:lstStyle/>
        <a:p>
          <a:endParaRPr lang="en-GB"/>
        </a:p>
      </dgm:t>
    </dgm:pt>
    <dgm:pt modelId="{6A4F70EF-3DAC-4D72-B776-B16654900E07}" type="sibTrans" cxnId="{A3EE3861-5317-493D-90F0-15C6EFDB926A}">
      <dgm:prSet/>
      <dgm:spPr/>
      <dgm:t>
        <a:bodyPr/>
        <a:lstStyle/>
        <a:p>
          <a:endParaRPr lang="en-GB"/>
        </a:p>
      </dgm:t>
    </dgm:pt>
    <dgm:pt modelId="{8C253FCE-2892-4BEA-B13E-1E2F3CCC4490}">
      <dgm:prSet phldrT="[Text]"/>
      <dgm:spPr/>
      <dgm:t>
        <a:bodyPr/>
        <a:lstStyle/>
        <a:p>
          <a:r>
            <a:rPr lang="en-GB" dirty="0"/>
            <a:t>Class view/register</a:t>
          </a:r>
        </a:p>
      </dgm:t>
    </dgm:pt>
    <dgm:pt modelId="{57145E62-91A1-42BF-A666-AD58CC293D88}" type="parTrans" cxnId="{FC5F9720-1BBE-49D3-A1B5-B3CA9841645F}">
      <dgm:prSet/>
      <dgm:spPr/>
      <dgm:t>
        <a:bodyPr/>
        <a:lstStyle/>
        <a:p>
          <a:endParaRPr lang="en-GB"/>
        </a:p>
      </dgm:t>
    </dgm:pt>
    <dgm:pt modelId="{63562FEE-EC2C-4268-BEBC-6054527D6066}" type="sibTrans" cxnId="{FC5F9720-1BBE-49D3-A1B5-B3CA9841645F}">
      <dgm:prSet/>
      <dgm:spPr/>
      <dgm:t>
        <a:bodyPr/>
        <a:lstStyle/>
        <a:p>
          <a:endParaRPr lang="en-GB"/>
        </a:p>
      </dgm:t>
    </dgm:pt>
    <dgm:pt modelId="{0C6436F5-2381-4E1D-99E4-D4E242E07F16}">
      <dgm:prSet phldrT="[Text]"/>
      <dgm:spPr/>
      <dgm:t>
        <a:bodyPr/>
        <a:lstStyle/>
        <a:p>
          <a:r>
            <a:rPr lang="en-GB" dirty="0"/>
            <a:t>Global data view</a:t>
          </a:r>
        </a:p>
      </dgm:t>
    </dgm:pt>
    <dgm:pt modelId="{5A735EAB-F2C9-4C52-866F-1CE1FAFA37F1}" type="parTrans" cxnId="{B9093FA2-F6F0-4AE0-846E-AD92E4CB9CDB}">
      <dgm:prSet/>
      <dgm:spPr/>
      <dgm:t>
        <a:bodyPr/>
        <a:lstStyle/>
        <a:p>
          <a:endParaRPr lang="en-GB"/>
        </a:p>
      </dgm:t>
    </dgm:pt>
    <dgm:pt modelId="{F6F449E7-692B-42C5-A33B-9974C66F917C}" type="sibTrans" cxnId="{B9093FA2-F6F0-4AE0-846E-AD92E4CB9CDB}">
      <dgm:prSet/>
      <dgm:spPr/>
      <dgm:t>
        <a:bodyPr/>
        <a:lstStyle/>
        <a:p>
          <a:endParaRPr lang="en-GB"/>
        </a:p>
      </dgm:t>
    </dgm:pt>
    <dgm:pt modelId="{13ACC833-FD5E-45B6-8E42-2AB12E6289E0}">
      <dgm:prSet phldrT="[Text]"/>
      <dgm:spPr/>
      <dgm:t>
        <a:bodyPr/>
        <a:lstStyle/>
        <a:p>
          <a:r>
            <a:rPr lang="en-GB" dirty="0"/>
            <a:t>SQL commands</a:t>
          </a:r>
        </a:p>
      </dgm:t>
    </dgm:pt>
    <dgm:pt modelId="{D96BEB93-7E5E-464E-B0E6-2571932C2092}" type="parTrans" cxnId="{8A7936EB-15EA-436A-AE2C-FDB4188C80C2}">
      <dgm:prSet/>
      <dgm:spPr/>
      <dgm:t>
        <a:bodyPr/>
        <a:lstStyle/>
        <a:p>
          <a:endParaRPr lang="en-GB"/>
        </a:p>
      </dgm:t>
    </dgm:pt>
    <dgm:pt modelId="{5E921432-D49C-4531-B520-58C675588CAA}" type="sibTrans" cxnId="{8A7936EB-15EA-436A-AE2C-FDB4188C80C2}">
      <dgm:prSet/>
      <dgm:spPr/>
      <dgm:t>
        <a:bodyPr/>
        <a:lstStyle/>
        <a:p>
          <a:endParaRPr lang="en-GB"/>
        </a:p>
      </dgm:t>
    </dgm:pt>
    <dgm:pt modelId="{2FE2E4A2-A156-463B-A0A8-B2627C2A925C}">
      <dgm:prSet phldrT="[Text]"/>
      <dgm:spPr/>
      <dgm:t>
        <a:bodyPr/>
        <a:lstStyle/>
        <a:p>
          <a:r>
            <a:rPr lang="en-GB" dirty="0"/>
            <a:t>Common pre-set queries</a:t>
          </a:r>
        </a:p>
      </dgm:t>
    </dgm:pt>
    <dgm:pt modelId="{CC9D6F05-D318-4D2E-A46E-D2597493666F}" type="parTrans" cxnId="{57BB930C-3806-4FB9-BD3F-A7242AC4A6BA}">
      <dgm:prSet/>
      <dgm:spPr/>
      <dgm:t>
        <a:bodyPr/>
        <a:lstStyle/>
        <a:p>
          <a:endParaRPr lang="en-GB"/>
        </a:p>
      </dgm:t>
    </dgm:pt>
    <dgm:pt modelId="{B3CBBE70-D488-4EF5-BA83-ADAB68F89239}" type="sibTrans" cxnId="{57BB930C-3806-4FB9-BD3F-A7242AC4A6BA}">
      <dgm:prSet/>
      <dgm:spPr/>
      <dgm:t>
        <a:bodyPr/>
        <a:lstStyle/>
        <a:p>
          <a:endParaRPr lang="en-GB"/>
        </a:p>
      </dgm:t>
    </dgm:pt>
    <dgm:pt modelId="{083AF036-ACF8-40BF-8460-758691430A55}">
      <dgm:prSet phldrT="[Text]"/>
      <dgm:spPr/>
      <dgm:t>
        <a:bodyPr/>
        <a:lstStyle/>
        <a:p>
          <a:r>
            <a:rPr lang="en-GB" dirty="0"/>
            <a:t>Export data</a:t>
          </a:r>
        </a:p>
      </dgm:t>
    </dgm:pt>
    <dgm:pt modelId="{CC1389F9-5440-46FF-B6A4-2EE950330E9A}" type="parTrans" cxnId="{C6884120-85B5-4472-820B-A520B646785D}">
      <dgm:prSet/>
      <dgm:spPr/>
      <dgm:t>
        <a:bodyPr/>
        <a:lstStyle/>
        <a:p>
          <a:endParaRPr lang="en-GB"/>
        </a:p>
      </dgm:t>
    </dgm:pt>
    <dgm:pt modelId="{2CCCCFC0-27B2-4467-BA4F-FDBD5EC01984}" type="sibTrans" cxnId="{C6884120-85B5-4472-820B-A520B646785D}">
      <dgm:prSet/>
      <dgm:spPr/>
      <dgm:t>
        <a:bodyPr/>
        <a:lstStyle/>
        <a:p>
          <a:endParaRPr lang="en-GB"/>
        </a:p>
      </dgm:t>
    </dgm:pt>
    <dgm:pt modelId="{01D06228-C8A4-423F-9FF1-9AB554B22CCA}">
      <dgm:prSet phldrT="[Text]"/>
      <dgm:spPr/>
      <dgm:t>
        <a:bodyPr/>
        <a:lstStyle/>
        <a:p>
          <a:r>
            <a:rPr lang="en-GB" dirty="0"/>
            <a:t>Change student details</a:t>
          </a:r>
        </a:p>
      </dgm:t>
    </dgm:pt>
    <dgm:pt modelId="{8825DED4-32E4-4A35-9F17-654B23E8D6ED}" type="parTrans" cxnId="{113B86E5-1BE4-4AE0-B2B8-3D472340E07E}">
      <dgm:prSet/>
      <dgm:spPr/>
      <dgm:t>
        <a:bodyPr/>
        <a:lstStyle/>
        <a:p>
          <a:endParaRPr lang="en-GB"/>
        </a:p>
      </dgm:t>
    </dgm:pt>
    <dgm:pt modelId="{28537293-8372-41D8-83F1-9010E6B6A470}" type="sibTrans" cxnId="{113B86E5-1BE4-4AE0-B2B8-3D472340E07E}">
      <dgm:prSet/>
      <dgm:spPr/>
      <dgm:t>
        <a:bodyPr/>
        <a:lstStyle/>
        <a:p>
          <a:endParaRPr lang="en-GB"/>
        </a:p>
      </dgm:t>
    </dgm:pt>
    <dgm:pt modelId="{2D89CE92-96AA-4201-B79F-B894C1253DA4}" type="pres">
      <dgm:prSet presAssocID="{76794D97-5CDA-4948-939A-6254DBFE8F2E}" presName="mainComposite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</dgm:pt>
    <dgm:pt modelId="{194C84BA-6E19-45A6-A446-C49ACD60EADC}" type="pres">
      <dgm:prSet presAssocID="{76794D97-5CDA-4948-939A-6254DBFE8F2E}" presName="hierFlow" presStyleCnt="0"/>
      <dgm:spPr/>
    </dgm:pt>
    <dgm:pt modelId="{ABEB5F36-5198-4D72-9DEB-3F7AB9F219C2}" type="pres">
      <dgm:prSet presAssocID="{76794D97-5CDA-4948-939A-6254DBFE8F2E}" presName="hierChild1" presStyleCnt="0">
        <dgm:presLayoutVars>
          <dgm:chPref val="1"/>
          <dgm:animOne val="branch"/>
          <dgm:animLvl val="lvl"/>
        </dgm:presLayoutVars>
      </dgm:prSet>
      <dgm:spPr/>
    </dgm:pt>
    <dgm:pt modelId="{C52B5227-303F-4F6A-A1F3-E0F9712F67CD}" type="pres">
      <dgm:prSet presAssocID="{58112276-D6E9-4119-8221-2A4359280B24}" presName="Name14" presStyleCnt="0"/>
      <dgm:spPr/>
    </dgm:pt>
    <dgm:pt modelId="{9ECE6E4C-4F6E-45AC-B6DB-CE4BC7414312}" type="pres">
      <dgm:prSet presAssocID="{58112276-D6E9-4119-8221-2A4359280B24}" presName="level1Shape" presStyleLbl="node0" presStyleIdx="0" presStyleCnt="1">
        <dgm:presLayoutVars>
          <dgm:chPref val="3"/>
        </dgm:presLayoutVars>
      </dgm:prSet>
      <dgm:spPr/>
    </dgm:pt>
    <dgm:pt modelId="{5D4BCF8B-2401-48CB-8A98-6D339904F6BE}" type="pres">
      <dgm:prSet presAssocID="{58112276-D6E9-4119-8221-2A4359280B24}" presName="hierChild2" presStyleCnt="0"/>
      <dgm:spPr/>
    </dgm:pt>
    <dgm:pt modelId="{8C65FE96-123D-484D-B4A1-E419082213D7}" type="pres">
      <dgm:prSet presAssocID="{D1D10A06-F4D8-4CF6-B1A4-6C0533EE963F}" presName="Name19" presStyleLbl="parChTrans1D2" presStyleIdx="0" presStyleCnt="3"/>
      <dgm:spPr/>
    </dgm:pt>
    <dgm:pt modelId="{7F783405-AE42-40FB-B330-690ED1F59D33}" type="pres">
      <dgm:prSet presAssocID="{240EB870-21FB-4638-82BC-5B58C3011037}" presName="Name21" presStyleCnt="0"/>
      <dgm:spPr/>
    </dgm:pt>
    <dgm:pt modelId="{D921D4B3-5FFF-4D1D-94B4-19CE55B41810}" type="pres">
      <dgm:prSet presAssocID="{240EB870-21FB-4638-82BC-5B58C3011037}" presName="level2Shape" presStyleLbl="node2" presStyleIdx="0" presStyleCnt="3"/>
      <dgm:spPr/>
    </dgm:pt>
    <dgm:pt modelId="{2F2DDE87-C596-48C3-BF65-15E20E2B7DA9}" type="pres">
      <dgm:prSet presAssocID="{240EB870-21FB-4638-82BC-5B58C3011037}" presName="hierChild3" presStyleCnt="0"/>
      <dgm:spPr/>
    </dgm:pt>
    <dgm:pt modelId="{AEF84D15-4F7F-4601-A26A-527D7F2881F2}" type="pres">
      <dgm:prSet presAssocID="{AD47636D-FECC-439C-B91F-2B8FF3B6FC46}" presName="Name19" presStyleLbl="parChTrans1D3" presStyleIdx="0" presStyleCnt="8"/>
      <dgm:spPr/>
    </dgm:pt>
    <dgm:pt modelId="{38F00584-BC5B-4EAF-ACCA-CFF2170070B8}" type="pres">
      <dgm:prSet presAssocID="{A660C0E7-7D17-4117-9366-7DB030114B53}" presName="Name21" presStyleCnt="0"/>
      <dgm:spPr/>
    </dgm:pt>
    <dgm:pt modelId="{EE9596AD-10F0-400B-9B45-CF4F904F87A3}" type="pres">
      <dgm:prSet presAssocID="{A660C0E7-7D17-4117-9366-7DB030114B53}" presName="level2Shape" presStyleLbl="node3" presStyleIdx="0" presStyleCnt="8"/>
      <dgm:spPr/>
    </dgm:pt>
    <dgm:pt modelId="{10AB1711-1666-4CCE-99D8-55A26823A73F}" type="pres">
      <dgm:prSet presAssocID="{A660C0E7-7D17-4117-9366-7DB030114B53}" presName="hierChild3" presStyleCnt="0"/>
      <dgm:spPr/>
    </dgm:pt>
    <dgm:pt modelId="{1E819226-2667-4680-8D92-6A4AE00630B1}" type="pres">
      <dgm:prSet presAssocID="{36A34595-33F7-4613-A746-33D98B1A9487}" presName="Name19" presStyleLbl="parChTrans1D4" presStyleIdx="0" presStyleCnt="5"/>
      <dgm:spPr/>
    </dgm:pt>
    <dgm:pt modelId="{97BB839E-A994-4595-A7A6-F94E6BD8D5C9}" type="pres">
      <dgm:prSet presAssocID="{76E09305-EF9E-456E-8414-0ADDD1F56A9A}" presName="Name21" presStyleCnt="0"/>
      <dgm:spPr/>
    </dgm:pt>
    <dgm:pt modelId="{FD80CB98-9970-41A5-A7AF-C1A251863A0A}" type="pres">
      <dgm:prSet presAssocID="{76E09305-EF9E-456E-8414-0ADDD1F56A9A}" presName="level2Shape" presStyleLbl="node4" presStyleIdx="0" presStyleCnt="5"/>
      <dgm:spPr/>
    </dgm:pt>
    <dgm:pt modelId="{B59F56CF-61E5-4486-A364-C1A58A236DF9}" type="pres">
      <dgm:prSet presAssocID="{76E09305-EF9E-456E-8414-0ADDD1F56A9A}" presName="hierChild3" presStyleCnt="0"/>
      <dgm:spPr/>
    </dgm:pt>
    <dgm:pt modelId="{3F04DCB3-0CE3-42E9-B303-ABB79FD2026C}" type="pres">
      <dgm:prSet presAssocID="{727CC603-981D-4963-AFE6-EDF5FFD11B62}" presName="Name19" presStyleLbl="parChTrans1D3" presStyleIdx="1" presStyleCnt="8"/>
      <dgm:spPr/>
    </dgm:pt>
    <dgm:pt modelId="{1745D73F-9FB0-47C7-8323-E7AB1722D0F4}" type="pres">
      <dgm:prSet presAssocID="{B296CF56-C326-4DB7-B8BE-073284BAB776}" presName="Name21" presStyleCnt="0"/>
      <dgm:spPr/>
    </dgm:pt>
    <dgm:pt modelId="{627FD267-17F5-4C55-997D-B72EC2FC368A}" type="pres">
      <dgm:prSet presAssocID="{B296CF56-C326-4DB7-B8BE-073284BAB776}" presName="level2Shape" presStyleLbl="node3" presStyleIdx="1" presStyleCnt="8"/>
      <dgm:spPr/>
    </dgm:pt>
    <dgm:pt modelId="{B7524080-020F-4126-B85F-A9B083A575E3}" type="pres">
      <dgm:prSet presAssocID="{B296CF56-C326-4DB7-B8BE-073284BAB776}" presName="hierChild3" presStyleCnt="0"/>
      <dgm:spPr/>
    </dgm:pt>
    <dgm:pt modelId="{8B0C26BB-D7C1-4995-98ED-54EBEA85C36B}" type="pres">
      <dgm:prSet presAssocID="{D7AB1F56-9F99-4A8D-A8E0-B3C6808B1540}" presName="Name19" presStyleLbl="parChTrans1D4" presStyleIdx="1" presStyleCnt="5"/>
      <dgm:spPr/>
    </dgm:pt>
    <dgm:pt modelId="{43DD63E0-7801-4800-A4D0-F936F945E127}" type="pres">
      <dgm:prSet presAssocID="{6536DCA4-8F5B-4EDB-9954-D0D08D6586BD}" presName="Name21" presStyleCnt="0"/>
      <dgm:spPr/>
    </dgm:pt>
    <dgm:pt modelId="{56259C36-10B3-4A74-A194-29CF0430B917}" type="pres">
      <dgm:prSet presAssocID="{6536DCA4-8F5B-4EDB-9954-D0D08D6586BD}" presName="level2Shape" presStyleLbl="node4" presStyleIdx="1" presStyleCnt="5"/>
      <dgm:spPr/>
    </dgm:pt>
    <dgm:pt modelId="{206E2705-995E-4EA6-98D7-73FDA70C1CC6}" type="pres">
      <dgm:prSet presAssocID="{6536DCA4-8F5B-4EDB-9954-D0D08D6586BD}" presName="hierChild3" presStyleCnt="0"/>
      <dgm:spPr/>
    </dgm:pt>
    <dgm:pt modelId="{F6F7990B-7ECE-4AA9-A1A3-1FBCD262E30E}" type="pres">
      <dgm:prSet presAssocID="{69D112AF-6014-4566-8718-5C874C8B18AE}" presName="Name19" presStyleLbl="parChTrans1D4" presStyleIdx="2" presStyleCnt="5"/>
      <dgm:spPr/>
    </dgm:pt>
    <dgm:pt modelId="{37FFB357-5387-45D3-8646-7AE41235C1E9}" type="pres">
      <dgm:prSet presAssocID="{A37CFA40-E511-46FC-AC1B-06CC3795D111}" presName="Name21" presStyleCnt="0"/>
      <dgm:spPr/>
    </dgm:pt>
    <dgm:pt modelId="{014F6BCF-D148-4BE0-9416-93F0444EBFBD}" type="pres">
      <dgm:prSet presAssocID="{A37CFA40-E511-46FC-AC1B-06CC3795D111}" presName="level2Shape" presStyleLbl="node4" presStyleIdx="2" presStyleCnt="5"/>
      <dgm:spPr/>
    </dgm:pt>
    <dgm:pt modelId="{9F04E414-C8AE-4979-896A-6162418FD999}" type="pres">
      <dgm:prSet presAssocID="{A37CFA40-E511-46FC-AC1B-06CC3795D111}" presName="hierChild3" presStyleCnt="0"/>
      <dgm:spPr/>
    </dgm:pt>
    <dgm:pt modelId="{7DA9F598-4E0B-4392-8BCB-FF2CCF008B42}" type="pres">
      <dgm:prSet presAssocID="{568D5973-AB59-4617-A21B-AED4B5643AE8}" presName="Name19" presStyleLbl="parChTrans1D2" presStyleIdx="1" presStyleCnt="3"/>
      <dgm:spPr/>
    </dgm:pt>
    <dgm:pt modelId="{A4325104-E77F-42A9-ACD8-8F44935F46B3}" type="pres">
      <dgm:prSet presAssocID="{6D3350AD-0B51-4B56-82DD-F7D3DA531987}" presName="Name21" presStyleCnt="0"/>
      <dgm:spPr/>
    </dgm:pt>
    <dgm:pt modelId="{B29C15E5-4480-42E2-9098-A59A8D2CEF76}" type="pres">
      <dgm:prSet presAssocID="{6D3350AD-0B51-4B56-82DD-F7D3DA531987}" presName="level2Shape" presStyleLbl="node2" presStyleIdx="1" presStyleCnt="3"/>
      <dgm:spPr/>
    </dgm:pt>
    <dgm:pt modelId="{051978EE-5225-4149-8333-C3B39E14AA37}" type="pres">
      <dgm:prSet presAssocID="{6D3350AD-0B51-4B56-82DD-F7D3DA531987}" presName="hierChild3" presStyleCnt="0"/>
      <dgm:spPr/>
    </dgm:pt>
    <dgm:pt modelId="{EF44CD87-ACF5-4047-BA9F-0ACFC9771257}" type="pres">
      <dgm:prSet presAssocID="{B72886C0-8A95-472B-8CAB-8E39152A31B2}" presName="Name19" presStyleLbl="parChTrans1D3" presStyleIdx="2" presStyleCnt="8"/>
      <dgm:spPr/>
    </dgm:pt>
    <dgm:pt modelId="{744D00CE-55FB-4F8D-8879-58DD755F853A}" type="pres">
      <dgm:prSet presAssocID="{6B582173-3CF5-4DC7-8381-CD15A8BA83FE}" presName="Name21" presStyleCnt="0"/>
      <dgm:spPr/>
    </dgm:pt>
    <dgm:pt modelId="{3CD4EA27-D902-4F7C-8050-AAFA61F1CF0A}" type="pres">
      <dgm:prSet presAssocID="{6B582173-3CF5-4DC7-8381-CD15A8BA83FE}" presName="level2Shape" presStyleLbl="node3" presStyleIdx="2" presStyleCnt="8"/>
      <dgm:spPr/>
    </dgm:pt>
    <dgm:pt modelId="{FBEBD764-116E-4A21-B301-596D277DA1E4}" type="pres">
      <dgm:prSet presAssocID="{6B582173-3CF5-4DC7-8381-CD15A8BA83FE}" presName="hierChild3" presStyleCnt="0"/>
      <dgm:spPr/>
    </dgm:pt>
    <dgm:pt modelId="{681CFA64-B73F-44FE-AE54-BD863918CE25}" type="pres">
      <dgm:prSet presAssocID="{289FD2BD-50B5-45DE-A8B2-46095061D722}" presName="Name19" presStyleLbl="parChTrans1D3" presStyleIdx="3" presStyleCnt="8"/>
      <dgm:spPr/>
    </dgm:pt>
    <dgm:pt modelId="{61A5066A-B839-44F0-BC49-DE3FBDCE6F62}" type="pres">
      <dgm:prSet presAssocID="{CD017867-76A7-4434-884E-8F22D3D8CEBB}" presName="Name21" presStyleCnt="0"/>
      <dgm:spPr/>
    </dgm:pt>
    <dgm:pt modelId="{EAE1EECF-7AA5-4DC3-A700-855F2D0F6E7A}" type="pres">
      <dgm:prSet presAssocID="{CD017867-76A7-4434-884E-8F22D3D8CEBB}" presName="level2Shape" presStyleLbl="node3" presStyleIdx="3" presStyleCnt="8"/>
      <dgm:spPr/>
    </dgm:pt>
    <dgm:pt modelId="{0D16CE2B-AC27-4A8E-B7AC-DE688BB89B71}" type="pres">
      <dgm:prSet presAssocID="{CD017867-76A7-4434-884E-8F22D3D8CEBB}" presName="hierChild3" presStyleCnt="0"/>
      <dgm:spPr/>
    </dgm:pt>
    <dgm:pt modelId="{F62C6966-CE83-48C9-8DDD-3EEB3DC33AEF}" type="pres">
      <dgm:prSet presAssocID="{57145E62-91A1-42BF-A666-AD58CC293D88}" presName="Name19" presStyleLbl="parChTrans1D3" presStyleIdx="4" presStyleCnt="8"/>
      <dgm:spPr/>
    </dgm:pt>
    <dgm:pt modelId="{BB1E0BAB-5C07-4A54-A4A6-403033303E22}" type="pres">
      <dgm:prSet presAssocID="{8C253FCE-2892-4BEA-B13E-1E2F3CCC4490}" presName="Name21" presStyleCnt="0"/>
      <dgm:spPr/>
    </dgm:pt>
    <dgm:pt modelId="{9DCBFCB9-1E5E-4FDC-9A34-B9113AAA0C43}" type="pres">
      <dgm:prSet presAssocID="{8C253FCE-2892-4BEA-B13E-1E2F3CCC4490}" presName="level2Shape" presStyleLbl="node3" presStyleIdx="4" presStyleCnt="8"/>
      <dgm:spPr/>
    </dgm:pt>
    <dgm:pt modelId="{ECAF2817-8A37-4E46-B60B-A9F558A8D154}" type="pres">
      <dgm:prSet presAssocID="{8C253FCE-2892-4BEA-B13E-1E2F3CCC4490}" presName="hierChild3" presStyleCnt="0"/>
      <dgm:spPr/>
    </dgm:pt>
    <dgm:pt modelId="{BF5D34F5-7B77-4557-82E4-BEB661819336}" type="pres">
      <dgm:prSet presAssocID="{2F450C60-7374-4D29-9F4C-D92ADDBBA176}" presName="Name19" presStyleLbl="parChTrans1D2" presStyleIdx="2" presStyleCnt="3"/>
      <dgm:spPr/>
    </dgm:pt>
    <dgm:pt modelId="{746EA93E-C9E6-45ED-A866-E1930C1D1A5C}" type="pres">
      <dgm:prSet presAssocID="{90855ED3-2245-4E70-A5B4-4B2A020286DF}" presName="Name21" presStyleCnt="0"/>
      <dgm:spPr/>
    </dgm:pt>
    <dgm:pt modelId="{9F781ED6-68E7-46E2-A751-A1A89B7449E4}" type="pres">
      <dgm:prSet presAssocID="{90855ED3-2245-4E70-A5B4-4B2A020286DF}" presName="level2Shape" presStyleLbl="node2" presStyleIdx="2" presStyleCnt="3"/>
      <dgm:spPr/>
    </dgm:pt>
    <dgm:pt modelId="{61259F79-9989-43D1-B280-ABE3DF4C79ED}" type="pres">
      <dgm:prSet presAssocID="{90855ED3-2245-4E70-A5B4-4B2A020286DF}" presName="hierChild3" presStyleCnt="0"/>
      <dgm:spPr/>
    </dgm:pt>
    <dgm:pt modelId="{80D8CAF5-1E3B-487F-9852-E822160662E1}" type="pres">
      <dgm:prSet presAssocID="{5A735EAB-F2C9-4C52-866F-1CE1FAFA37F1}" presName="Name19" presStyleLbl="parChTrans1D3" presStyleIdx="5" presStyleCnt="8"/>
      <dgm:spPr/>
    </dgm:pt>
    <dgm:pt modelId="{058542D8-7D0C-4195-AB94-8F706A499F8B}" type="pres">
      <dgm:prSet presAssocID="{0C6436F5-2381-4E1D-99E4-D4E242E07F16}" presName="Name21" presStyleCnt="0"/>
      <dgm:spPr/>
    </dgm:pt>
    <dgm:pt modelId="{7B6554C0-CB3D-4E9E-B56B-EE54BC54B8F3}" type="pres">
      <dgm:prSet presAssocID="{0C6436F5-2381-4E1D-99E4-D4E242E07F16}" presName="level2Shape" presStyleLbl="node3" presStyleIdx="5" presStyleCnt="8"/>
      <dgm:spPr/>
    </dgm:pt>
    <dgm:pt modelId="{B2356C83-43A0-4A2F-8024-3FD857475573}" type="pres">
      <dgm:prSet presAssocID="{0C6436F5-2381-4E1D-99E4-D4E242E07F16}" presName="hierChild3" presStyleCnt="0"/>
      <dgm:spPr/>
    </dgm:pt>
    <dgm:pt modelId="{5F1ADF82-3A84-44C0-A218-F7B3F3D8B2F9}" type="pres">
      <dgm:prSet presAssocID="{D96BEB93-7E5E-464E-B0E6-2571932C2092}" presName="Name19" presStyleLbl="parChTrans1D3" presStyleIdx="6" presStyleCnt="8"/>
      <dgm:spPr/>
    </dgm:pt>
    <dgm:pt modelId="{FA652ED4-A088-4284-A8CC-5DA1CAEFD372}" type="pres">
      <dgm:prSet presAssocID="{13ACC833-FD5E-45B6-8E42-2AB12E6289E0}" presName="Name21" presStyleCnt="0"/>
      <dgm:spPr/>
    </dgm:pt>
    <dgm:pt modelId="{A8BBBF9E-41C6-4622-B54B-36512FF417A0}" type="pres">
      <dgm:prSet presAssocID="{13ACC833-FD5E-45B6-8E42-2AB12E6289E0}" presName="level2Shape" presStyleLbl="node3" presStyleIdx="6" presStyleCnt="8"/>
      <dgm:spPr/>
    </dgm:pt>
    <dgm:pt modelId="{69FF22CE-CE9D-4830-AE90-8A88DFBD221F}" type="pres">
      <dgm:prSet presAssocID="{13ACC833-FD5E-45B6-8E42-2AB12E6289E0}" presName="hierChild3" presStyleCnt="0"/>
      <dgm:spPr/>
    </dgm:pt>
    <dgm:pt modelId="{7F74CD73-D2F9-4CA4-84E2-74DE804ACDAB}" type="pres">
      <dgm:prSet presAssocID="{CC9D6F05-D318-4D2E-A46E-D2597493666F}" presName="Name19" presStyleLbl="parChTrans1D4" presStyleIdx="3" presStyleCnt="5"/>
      <dgm:spPr/>
    </dgm:pt>
    <dgm:pt modelId="{E6DAE177-4919-415A-A5F4-1FC52CC1EE0B}" type="pres">
      <dgm:prSet presAssocID="{2FE2E4A2-A156-463B-A0A8-B2627C2A925C}" presName="Name21" presStyleCnt="0"/>
      <dgm:spPr/>
    </dgm:pt>
    <dgm:pt modelId="{D037F0B4-7706-406D-B732-E5BB933D1317}" type="pres">
      <dgm:prSet presAssocID="{2FE2E4A2-A156-463B-A0A8-B2627C2A925C}" presName="level2Shape" presStyleLbl="node4" presStyleIdx="3" presStyleCnt="5"/>
      <dgm:spPr/>
    </dgm:pt>
    <dgm:pt modelId="{C7BDAD61-9368-48B0-BCEA-41229627EB5E}" type="pres">
      <dgm:prSet presAssocID="{2FE2E4A2-A156-463B-A0A8-B2627C2A925C}" presName="hierChild3" presStyleCnt="0"/>
      <dgm:spPr/>
    </dgm:pt>
    <dgm:pt modelId="{409A2363-B311-4B93-91C1-22E7F7F952DF}" type="pres">
      <dgm:prSet presAssocID="{CC1389F9-5440-46FF-B6A4-2EE950330E9A}" presName="Name19" presStyleLbl="parChTrans1D4" presStyleIdx="4" presStyleCnt="5"/>
      <dgm:spPr/>
    </dgm:pt>
    <dgm:pt modelId="{235AA143-DB7D-4E06-B2CA-C199B885BF5E}" type="pres">
      <dgm:prSet presAssocID="{083AF036-ACF8-40BF-8460-758691430A55}" presName="Name21" presStyleCnt="0"/>
      <dgm:spPr/>
    </dgm:pt>
    <dgm:pt modelId="{0AD0047E-96A0-4B28-B2DC-FC1232E0705C}" type="pres">
      <dgm:prSet presAssocID="{083AF036-ACF8-40BF-8460-758691430A55}" presName="level2Shape" presStyleLbl="node4" presStyleIdx="4" presStyleCnt="5"/>
      <dgm:spPr/>
    </dgm:pt>
    <dgm:pt modelId="{4C2C0E5A-F1C2-408C-B2E2-9B5A725BD90D}" type="pres">
      <dgm:prSet presAssocID="{083AF036-ACF8-40BF-8460-758691430A55}" presName="hierChild3" presStyleCnt="0"/>
      <dgm:spPr/>
    </dgm:pt>
    <dgm:pt modelId="{F0BB55FE-2D65-4EAA-8240-E4D8457EFD67}" type="pres">
      <dgm:prSet presAssocID="{8825DED4-32E4-4A35-9F17-654B23E8D6ED}" presName="Name19" presStyleLbl="parChTrans1D3" presStyleIdx="7" presStyleCnt="8"/>
      <dgm:spPr/>
    </dgm:pt>
    <dgm:pt modelId="{8ECC1A4F-2EB5-449E-A429-A1429BEE5045}" type="pres">
      <dgm:prSet presAssocID="{01D06228-C8A4-423F-9FF1-9AB554B22CCA}" presName="Name21" presStyleCnt="0"/>
      <dgm:spPr/>
    </dgm:pt>
    <dgm:pt modelId="{B023888E-293C-4DDF-9EFE-B8B4A894ACC8}" type="pres">
      <dgm:prSet presAssocID="{01D06228-C8A4-423F-9FF1-9AB554B22CCA}" presName="level2Shape" presStyleLbl="node3" presStyleIdx="7" presStyleCnt="8"/>
      <dgm:spPr/>
    </dgm:pt>
    <dgm:pt modelId="{04711FB6-325D-46B8-A329-ED051D73B4C9}" type="pres">
      <dgm:prSet presAssocID="{01D06228-C8A4-423F-9FF1-9AB554B22CCA}" presName="hierChild3" presStyleCnt="0"/>
      <dgm:spPr/>
    </dgm:pt>
    <dgm:pt modelId="{8BC86ADC-7C70-4691-9539-69B5C48240E1}" type="pres">
      <dgm:prSet presAssocID="{76794D97-5CDA-4948-939A-6254DBFE8F2E}" presName="bgShapesFlow" presStyleCnt="0"/>
      <dgm:spPr/>
    </dgm:pt>
  </dgm:ptLst>
  <dgm:cxnLst>
    <dgm:cxn modelId="{0197C801-A2EB-4124-88AB-4EAD51EE4B47}" type="presOf" srcId="{A660C0E7-7D17-4117-9366-7DB030114B53}" destId="{EE9596AD-10F0-400B-9B45-CF4F904F87A3}" srcOrd="0" destOrd="0" presId="urn:microsoft.com/office/officeart/2005/8/layout/hierarchy6"/>
    <dgm:cxn modelId="{CA7EB804-E476-4516-878A-9F752EC4F995}" type="presOf" srcId="{AD47636D-FECC-439C-B91F-2B8FF3B6FC46}" destId="{AEF84D15-4F7F-4601-A26A-527D7F2881F2}" srcOrd="0" destOrd="0" presId="urn:microsoft.com/office/officeart/2005/8/layout/hierarchy6"/>
    <dgm:cxn modelId="{6A7A2706-B916-4C22-A0DB-DD69CE947A24}" type="presOf" srcId="{727CC603-981D-4963-AFE6-EDF5FFD11B62}" destId="{3F04DCB3-0CE3-42E9-B303-ABB79FD2026C}" srcOrd="0" destOrd="0" presId="urn:microsoft.com/office/officeart/2005/8/layout/hierarchy6"/>
    <dgm:cxn modelId="{0FB3BA06-2ED3-483D-886B-23932183BDF9}" type="presOf" srcId="{5A735EAB-F2C9-4C52-866F-1CE1FAFA37F1}" destId="{80D8CAF5-1E3B-487F-9852-E822160662E1}" srcOrd="0" destOrd="0" presId="urn:microsoft.com/office/officeart/2005/8/layout/hierarchy6"/>
    <dgm:cxn modelId="{FA495A07-2F49-4479-9D02-3449E3AB80E1}" type="presOf" srcId="{69D112AF-6014-4566-8718-5C874C8B18AE}" destId="{F6F7990B-7ECE-4AA9-A1A3-1FBCD262E30E}" srcOrd="0" destOrd="0" presId="urn:microsoft.com/office/officeart/2005/8/layout/hierarchy6"/>
    <dgm:cxn modelId="{57BB930C-3806-4FB9-BD3F-A7242AC4A6BA}" srcId="{13ACC833-FD5E-45B6-8E42-2AB12E6289E0}" destId="{2FE2E4A2-A156-463B-A0A8-B2627C2A925C}" srcOrd="0" destOrd="0" parTransId="{CC9D6F05-D318-4D2E-A46E-D2597493666F}" sibTransId="{B3CBBE70-D488-4EF5-BA83-ADAB68F89239}"/>
    <dgm:cxn modelId="{FEEA7017-22E7-43AB-9E41-3EC9B1037788}" srcId="{58112276-D6E9-4119-8221-2A4359280B24}" destId="{6D3350AD-0B51-4B56-82DD-F7D3DA531987}" srcOrd="1" destOrd="0" parTransId="{568D5973-AB59-4617-A21B-AED4B5643AE8}" sibTransId="{DEAABE41-A15D-4A2D-98CF-C8AE98C86A27}"/>
    <dgm:cxn modelId="{0F6CAE1A-2836-4A8C-9F45-5B0B140E41C7}" srcId="{B296CF56-C326-4DB7-B8BE-073284BAB776}" destId="{6536DCA4-8F5B-4EDB-9954-D0D08D6586BD}" srcOrd="0" destOrd="0" parTransId="{D7AB1F56-9F99-4A8D-A8E0-B3C6808B1540}" sibTransId="{A9C81770-843D-44AC-B88D-543067FE79B5}"/>
    <dgm:cxn modelId="{7805361B-0A7E-480A-9B19-5B85A9A40731}" type="presOf" srcId="{76E09305-EF9E-456E-8414-0ADDD1F56A9A}" destId="{FD80CB98-9970-41A5-A7AF-C1A251863A0A}" srcOrd="0" destOrd="0" presId="urn:microsoft.com/office/officeart/2005/8/layout/hierarchy6"/>
    <dgm:cxn modelId="{3D579B1D-D9E0-4E34-AAD7-22D60F7635F7}" type="presOf" srcId="{8C253FCE-2892-4BEA-B13E-1E2F3CCC4490}" destId="{9DCBFCB9-1E5E-4FDC-9A34-B9113AAA0C43}" srcOrd="0" destOrd="0" presId="urn:microsoft.com/office/officeart/2005/8/layout/hierarchy6"/>
    <dgm:cxn modelId="{6697E21E-9E32-4DC6-B83F-A85DDF7F19D6}" srcId="{58112276-D6E9-4119-8221-2A4359280B24}" destId="{90855ED3-2245-4E70-A5B4-4B2A020286DF}" srcOrd="2" destOrd="0" parTransId="{2F450C60-7374-4D29-9F4C-D92ADDBBA176}" sibTransId="{3574D7D6-D2C0-4813-9A80-B8D9C7CF1DF1}"/>
    <dgm:cxn modelId="{C6884120-85B5-4472-820B-A520B646785D}" srcId="{13ACC833-FD5E-45B6-8E42-2AB12E6289E0}" destId="{083AF036-ACF8-40BF-8460-758691430A55}" srcOrd="1" destOrd="0" parTransId="{CC1389F9-5440-46FF-B6A4-2EE950330E9A}" sibTransId="{2CCCCFC0-27B2-4467-BA4F-FDBD5EC01984}"/>
    <dgm:cxn modelId="{FC5F9720-1BBE-49D3-A1B5-B3CA9841645F}" srcId="{6D3350AD-0B51-4B56-82DD-F7D3DA531987}" destId="{8C253FCE-2892-4BEA-B13E-1E2F3CCC4490}" srcOrd="2" destOrd="0" parTransId="{57145E62-91A1-42BF-A666-AD58CC293D88}" sibTransId="{63562FEE-EC2C-4268-BEBC-6054527D6066}"/>
    <dgm:cxn modelId="{73B87027-D12F-4C0D-AE30-1A6BA115F054}" type="presOf" srcId="{289FD2BD-50B5-45DE-A8B2-46095061D722}" destId="{681CFA64-B73F-44FE-AE54-BD863918CE25}" srcOrd="0" destOrd="0" presId="urn:microsoft.com/office/officeart/2005/8/layout/hierarchy6"/>
    <dgm:cxn modelId="{73B06331-BD43-44E5-AA01-784C5050F717}" type="presOf" srcId="{240EB870-21FB-4638-82BC-5B58C3011037}" destId="{D921D4B3-5FFF-4D1D-94B4-19CE55B41810}" srcOrd="0" destOrd="0" presId="urn:microsoft.com/office/officeart/2005/8/layout/hierarchy6"/>
    <dgm:cxn modelId="{B038A533-B1E3-41B0-86C2-FD4B03989BEE}" type="presOf" srcId="{6D3350AD-0B51-4B56-82DD-F7D3DA531987}" destId="{B29C15E5-4480-42E2-9098-A59A8D2CEF76}" srcOrd="0" destOrd="0" presId="urn:microsoft.com/office/officeart/2005/8/layout/hierarchy6"/>
    <dgm:cxn modelId="{38F55537-3C34-4032-B806-01613C1FAAF1}" type="presOf" srcId="{57145E62-91A1-42BF-A666-AD58CC293D88}" destId="{F62C6966-CE83-48C9-8DDD-3EEB3DC33AEF}" srcOrd="0" destOrd="0" presId="urn:microsoft.com/office/officeart/2005/8/layout/hierarchy6"/>
    <dgm:cxn modelId="{D400A839-5F03-4DBE-BDB5-E5732A75352B}" type="presOf" srcId="{13ACC833-FD5E-45B6-8E42-2AB12E6289E0}" destId="{A8BBBF9E-41C6-4622-B54B-36512FF417A0}" srcOrd="0" destOrd="0" presId="urn:microsoft.com/office/officeart/2005/8/layout/hierarchy6"/>
    <dgm:cxn modelId="{A3EE3861-5317-493D-90F0-15C6EFDB926A}" srcId="{6D3350AD-0B51-4B56-82DD-F7D3DA531987}" destId="{CD017867-76A7-4434-884E-8F22D3D8CEBB}" srcOrd="1" destOrd="0" parTransId="{289FD2BD-50B5-45DE-A8B2-46095061D722}" sibTransId="{6A4F70EF-3DAC-4D72-B776-B16654900E07}"/>
    <dgm:cxn modelId="{7ABECC61-0105-4CD1-BBC4-9715A4197492}" type="presOf" srcId="{6536DCA4-8F5B-4EDB-9954-D0D08D6586BD}" destId="{56259C36-10B3-4A74-A194-29CF0430B917}" srcOrd="0" destOrd="0" presId="urn:microsoft.com/office/officeart/2005/8/layout/hierarchy6"/>
    <dgm:cxn modelId="{9B5F5162-45C4-4709-BACC-41BCE4002416}" type="presOf" srcId="{D7AB1F56-9F99-4A8D-A8E0-B3C6808B1540}" destId="{8B0C26BB-D7C1-4995-98ED-54EBEA85C36B}" srcOrd="0" destOrd="0" presId="urn:microsoft.com/office/officeart/2005/8/layout/hierarchy6"/>
    <dgm:cxn modelId="{17F57144-35AE-4B63-9434-547229FA8A3C}" type="presOf" srcId="{2F450C60-7374-4D29-9F4C-D92ADDBBA176}" destId="{BF5D34F5-7B77-4557-82E4-BEB661819336}" srcOrd="0" destOrd="0" presId="urn:microsoft.com/office/officeart/2005/8/layout/hierarchy6"/>
    <dgm:cxn modelId="{163B8466-FE70-453D-9658-046B0853F661}" type="presOf" srcId="{6B582173-3CF5-4DC7-8381-CD15A8BA83FE}" destId="{3CD4EA27-D902-4F7C-8050-AAFA61F1CF0A}" srcOrd="0" destOrd="0" presId="urn:microsoft.com/office/officeart/2005/8/layout/hierarchy6"/>
    <dgm:cxn modelId="{35EF276A-6256-406C-8358-7C9962AF5A99}" type="presOf" srcId="{CC9D6F05-D318-4D2E-A46E-D2597493666F}" destId="{7F74CD73-D2F9-4CA4-84E2-74DE804ACDAB}" srcOrd="0" destOrd="0" presId="urn:microsoft.com/office/officeart/2005/8/layout/hierarchy6"/>
    <dgm:cxn modelId="{300AE34C-F2E8-4795-ACDE-C25EBDDB2FFE}" type="presOf" srcId="{90855ED3-2245-4E70-A5B4-4B2A020286DF}" destId="{9F781ED6-68E7-46E2-A751-A1A89B7449E4}" srcOrd="0" destOrd="0" presId="urn:microsoft.com/office/officeart/2005/8/layout/hierarchy6"/>
    <dgm:cxn modelId="{0D58E24D-F9AC-42B2-B25C-B34D16458AF3}" type="presOf" srcId="{083AF036-ACF8-40BF-8460-758691430A55}" destId="{0AD0047E-96A0-4B28-B2DC-FC1232E0705C}" srcOrd="0" destOrd="0" presId="urn:microsoft.com/office/officeart/2005/8/layout/hierarchy6"/>
    <dgm:cxn modelId="{906F7C4F-A452-4BD9-BD33-ECA1F989FA82}" type="presOf" srcId="{B72886C0-8A95-472B-8CAB-8E39152A31B2}" destId="{EF44CD87-ACF5-4047-BA9F-0ACFC9771257}" srcOrd="0" destOrd="0" presId="urn:microsoft.com/office/officeart/2005/8/layout/hierarchy6"/>
    <dgm:cxn modelId="{3AB8896F-EB57-4A57-BC9A-A00BD01FFFD4}" type="presOf" srcId="{568D5973-AB59-4617-A21B-AED4B5643AE8}" destId="{7DA9F598-4E0B-4392-8BCB-FF2CCF008B42}" srcOrd="0" destOrd="0" presId="urn:microsoft.com/office/officeart/2005/8/layout/hierarchy6"/>
    <dgm:cxn modelId="{D52BA375-F50F-4B4F-AEB3-447EA0A85596}" srcId="{B296CF56-C326-4DB7-B8BE-073284BAB776}" destId="{A37CFA40-E511-46FC-AC1B-06CC3795D111}" srcOrd="1" destOrd="0" parTransId="{69D112AF-6014-4566-8718-5C874C8B18AE}" sibTransId="{36373BBF-2DA4-4FA9-9735-5CE8E71EB644}"/>
    <dgm:cxn modelId="{432F1957-3606-4445-AFCA-61B81BDFB40B}" type="presOf" srcId="{B296CF56-C326-4DB7-B8BE-073284BAB776}" destId="{627FD267-17F5-4C55-997D-B72EC2FC368A}" srcOrd="0" destOrd="0" presId="urn:microsoft.com/office/officeart/2005/8/layout/hierarchy6"/>
    <dgm:cxn modelId="{2DA1505A-560C-421E-8631-CA329BF522B7}" srcId="{6D3350AD-0B51-4B56-82DD-F7D3DA531987}" destId="{6B582173-3CF5-4DC7-8381-CD15A8BA83FE}" srcOrd="0" destOrd="0" parTransId="{B72886C0-8A95-472B-8CAB-8E39152A31B2}" sibTransId="{456604E5-15E3-4BE6-B8C8-6CF070FC9BEB}"/>
    <dgm:cxn modelId="{04C81D7F-EB59-4F51-83FB-EB0B45CD89B7}" type="presOf" srcId="{36A34595-33F7-4613-A746-33D98B1A9487}" destId="{1E819226-2667-4680-8D92-6A4AE00630B1}" srcOrd="0" destOrd="0" presId="urn:microsoft.com/office/officeart/2005/8/layout/hierarchy6"/>
    <dgm:cxn modelId="{88B7D384-3D40-4EB1-B2AD-5BFEA757D63E}" srcId="{76794D97-5CDA-4948-939A-6254DBFE8F2E}" destId="{58112276-D6E9-4119-8221-2A4359280B24}" srcOrd="0" destOrd="0" parTransId="{95175B4D-CF22-42EC-A1EE-4F8E380C054D}" sibTransId="{D66AAE27-14A4-4001-BA1D-F3C8896F0B01}"/>
    <dgm:cxn modelId="{1E85F997-E896-4E1D-9EC7-E231A68F436C}" srcId="{A660C0E7-7D17-4117-9366-7DB030114B53}" destId="{76E09305-EF9E-456E-8414-0ADDD1F56A9A}" srcOrd="0" destOrd="0" parTransId="{36A34595-33F7-4613-A746-33D98B1A9487}" sibTransId="{672264D6-8152-4486-A4F7-79BC663A4C14}"/>
    <dgm:cxn modelId="{78F8A899-F371-40D7-8A11-C5E1E6D18501}" srcId="{240EB870-21FB-4638-82BC-5B58C3011037}" destId="{A660C0E7-7D17-4117-9366-7DB030114B53}" srcOrd="0" destOrd="0" parTransId="{AD47636D-FECC-439C-B91F-2B8FF3B6FC46}" sibTransId="{17EEE7B2-B500-4593-9FA4-83F76E4FFBBD}"/>
    <dgm:cxn modelId="{B9093FA2-F6F0-4AE0-846E-AD92E4CB9CDB}" srcId="{90855ED3-2245-4E70-A5B4-4B2A020286DF}" destId="{0C6436F5-2381-4E1D-99E4-D4E242E07F16}" srcOrd="0" destOrd="0" parTransId="{5A735EAB-F2C9-4C52-866F-1CE1FAFA37F1}" sibTransId="{F6F449E7-692B-42C5-A33B-9974C66F917C}"/>
    <dgm:cxn modelId="{B534D0A3-FA52-48B2-8EDF-7662429CE1C8}" type="presOf" srcId="{58112276-D6E9-4119-8221-2A4359280B24}" destId="{9ECE6E4C-4F6E-45AC-B6DB-CE4BC7414312}" srcOrd="0" destOrd="0" presId="urn:microsoft.com/office/officeart/2005/8/layout/hierarchy6"/>
    <dgm:cxn modelId="{D91E83A6-9401-4B4D-B11E-09B66CEA4473}" type="presOf" srcId="{CD017867-76A7-4434-884E-8F22D3D8CEBB}" destId="{EAE1EECF-7AA5-4DC3-A700-855F2D0F6E7A}" srcOrd="0" destOrd="0" presId="urn:microsoft.com/office/officeart/2005/8/layout/hierarchy6"/>
    <dgm:cxn modelId="{9B36F1B5-EAFC-4F30-8497-61B27198E57F}" srcId="{58112276-D6E9-4119-8221-2A4359280B24}" destId="{240EB870-21FB-4638-82BC-5B58C3011037}" srcOrd="0" destOrd="0" parTransId="{D1D10A06-F4D8-4CF6-B1A4-6C0533EE963F}" sibTransId="{51012FB0-151D-4D8B-8EB1-B1FEC3959FEB}"/>
    <dgm:cxn modelId="{01738AB8-C51B-4573-9FF4-0942397D3C6D}" type="presOf" srcId="{CC1389F9-5440-46FF-B6A4-2EE950330E9A}" destId="{409A2363-B311-4B93-91C1-22E7F7F952DF}" srcOrd="0" destOrd="0" presId="urn:microsoft.com/office/officeart/2005/8/layout/hierarchy6"/>
    <dgm:cxn modelId="{00FC8AB8-140A-451C-BFE0-C5B51B8A6A2C}" type="presOf" srcId="{2FE2E4A2-A156-463B-A0A8-B2627C2A925C}" destId="{D037F0B4-7706-406D-B732-E5BB933D1317}" srcOrd="0" destOrd="0" presId="urn:microsoft.com/office/officeart/2005/8/layout/hierarchy6"/>
    <dgm:cxn modelId="{F1EDF0BA-58B7-4A7C-A43F-36A77A461CA4}" type="presOf" srcId="{76794D97-5CDA-4948-939A-6254DBFE8F2E}" destId="{2D89CE92-96AA-4201-B79F-B894C1253DA4}" srcOrd="0" destOrd="0" presId="urn:microsoft.com/office/officeart/2005/8/layout/hierarchy6"/>
    <dgm:cxn modelId="{6004F9BC-45F9-4AC0-96A6-F160583CFF78}" srcId="{240EB870-21FB-4638-82BC-5B58C3011037}" destId="{B296CF56-C326-4DB7-B8BE-073284BAB776}" srcOrd="1" destOrd="0" parTransId="{727CC603-981D-4963-AFE6-EDF5FFD11B62}" sibTransId="{45C337B8-3891-48F4-9092-23A336E46134}"/>
    <dgm:cxn modelId="{A557E8C0-D430-4859-A47C-108AC1D64D12}" type="presOf" srcId="{8825DED4-32E4-4A35-9F17-654B23E8D6ED}" destId="{F0BB55FE-2D65-4EAA-8240-E4D8457EFD67}" srcOrd="0" destOrd="0" presId="urn:microsoft.com/office/officeart/2005/8/layout/hierarchy6"/>
    <dgm:cxn modelId="{480407C1-3363-494B-A6B4-28AA1A0B17B5}" type="presOf" srcId="{D96BEB93-7E5E-464E-B0E6-2571932C2092}" destId="{5F1ADF82-3A84-44C0-A218-F7B3F3D8B2F9}" srcOrd="0" destOrd="0" presId="urn:microsoft.com/office/officeart/2005/8/layout/hierarchy6"/>
    <dgm:cxn modelId="{7E3022C1-059D-436A-8A82-9CAAF8A7E365}" type="presOf" srcId="{A37CFA40-E511-46FC-AC1B-06CC3795D111}" destId="{014F6BCF-D148-4BE0-9416-93F0444EBFBD}" srcOrd="0" destOrd="0" presId="urn:microsoft.com/office/officeart/2005/8/layout/hierarchy6"/>
    <dgm:cxn modelId="{DA8D4FC3-FC4B-4D9D-AE7F-A98CA167B9D6}" type="presOf" srcId="{0C6436F5-2381-4E1D-99E4-D4E242E07F16}" destId="{7B6554C0-CB3D-4E9E-B56B-EE54BC54B8F3}" srcOrd="0" destOrd="0" presId="urn:microsoft.com/office/officeart/2005/8/layout/hierarchy6"/>
    <dgm:cxn modelId="{E49B5CC6-C495-49C2-837D-9132A58B1959}" type="presOf" srcId="{D1D10A06-F4D8-4CF6-B1A4-6C0533EE963F}" destId="{8C65FE96-123D-484D-B4A1-E419082213D7}" srcOrd="0" destOrd="0" presId="urn:microsoft.com/office/officeart/2005/8/layout/hierarchy6"/>
    <dgm:cxn modelId="{113B86E5-1BE4-4AE0-B2B8-3D472340E07E}" srcId="{90855ED3-2245-4E70-A5B4-4B2A020286DF}" destId="{01D06228-C8A4-423F-9FF1-9AB554B22CCA}" srcOrd="2" destOrd="0" parTransId="{8825DED4-32E4-4A35-9F17-654B23E8D6ED}" sibTransId="{28537293-8372-41D8-83F1-9010E6B6A470}"/>
    <dgm:cxn modelId="{8A7936EB-15EA-436A-AE2C-FDB4188C80C2}" srcId="{90855ED3-2245-4E70-A5B4-4B2A020286DF}" destId="{13ACC833-FD5E-45B6-8E42-2AB12E6289E0}" srcOrd="1" destOrd="0" parTransId="{D96BEB93-7E5E-464E-B0E6-2571932C2092}" sibTransId="{5E921432-D49C-4531-B520-58C675588CAA}"/>
    <dgm:cxn modelId="{432030EF-E546-4D8C-B2BD-313CACEC5B2F}" type="presOf" srcId="{01D06228-C8A4-423F-9FF1-9AB554B22CCA}" destId="{B023888E-293C-4DDF-9EFE-B8B4A894ACC8}" srcOrd="0" destOrd="0" presId="urn:microsoft.com/office/officeart/2005/8/layout/hierarchy6"/>
    <dgm:cxn modelId="{1B0D988D-BBA4-4F22-AF6E-683C450BCFF7}" type="presParOf" srcId="{2D89CE92-96AA-4201-B79F-B894C1253DA4}" destId="{194C84BA-6E19-45A6-A446-C49ACD60EADC}" srcOrd="0" destOrd="0" presId="urn:microsoft.com/office/officeart/2005/8/layout/hierarchy6"/>
    <dgm:cxn modelId="{B6B166A9-7A84-4D86-A15F-3C8BAE36F6BB}" type="presParOf" srcId="{194C84BA-6E19-45A6-A446-C49ACD60EADC}" destId="{ABEB5F36-5198-4D72-9DEB-3F7AB9F219C2}" srcOrd="0" destOrd="0" presId="urn:microsoft.com/office/officeart/2005/8/layout/hierarchy6"/>
    <dgm:cxn modelId="{E2D83442-B7CF-4721-AADD-F2185FAAC77D}" type="presParOf" srcId="{ABEB5F36-5198-4D72-9DEB-3F7AB9F219C2}" destId="{C52B5227-303F-4F6A-A1F3-E0F9712F67CD}" srcOrd="0" destOrd="0" presId="urn:microsoft.com/office/officeart/2005/8/layout/hierarchy6"/>
    <dgm:cxn modelId="{E8A3419A-E8FA-4191-A1F3-550AC10256C1}" type="presParOf" srcId="{C52B5227-303F-4F6A-A1F3-E0F9712F67CD}" destId="{9ECE6E4C-4F6E-45AC-B6DB-CE4BC7414312}" srcOrd="0" destOrd="0" presId="urn:microsoft.com/office/officeart/2005/8/layout/hierarchy6"/>
    <dgm:cxn modelId="{7BF4EFBC-FF48-4524-A269-3A5FFC0FFF62}" type="presParOf" srcId="{C52B5227-303F-4F6A-A1F3-E0F9712F67CD}" destId="{5D4BCF8B-2401-48CB-8A98-6D339904F6BE}" srcOrd="1" destOrd="0" presId="urn:microsoft.com/office/officeart/2005/8/layout/hierarchy6"/>
    <dgm:cxn modelId="{B4EA1A46-E3B6-4DE2-9191-F37C794960D3}" type="presParOf" srcId="{5D4BCF8B-2401-48CB-8A98-6D339904F6BE}" destId="{8C65FE96-123D-484D-B4A1-E419082213D7}" srcOrd="0" destOrd="0" presId="urn:microsoft.com/office/officeart/2005/8/layout/hierarchy6"/>
    <dgm:cxn modelId="{88E7B4C0-55B3-486F-B986-5D4A7501BD1D}" type="presParOf" srcId="{5D4BCF8B-2401-48CB-8A98-6D339904F6BE}" destId="{7F783405-AE42-40FB-B330-690ED1F59D33}" srcOrd="1" destOrd="0" presId="urn:microsoft.com/office/officeart/2005/8/layout/hierarchy6"/>
    <dgm:cxn modelId="{3AA8379D-1414-4326-A1DC-1781BF23DA80}" type="presParOf" srcId="{7F783405-AE42-40FB-B330-690ED1F59D33}" destId="{D921D4B3-5FFF-4D1D-94B4-19CE55B41810}" srcOrd="0" destOrd="0" presId="urn:microsoft.com/office/officeart/2005/8/layout/hierarchy6"/>
    <dgm:cxn modelId="{2FE776BA-C4BC-4846-8EC7-6157B1E0579F}" type="presParOf" srcId="{7F783405-AE42-40FB-B330-690ED1F59D33}" destId="{2F2DDE87-C596-48C3-BF65-15E20E2B7DA9}" srcOrd="1" destOrd="0" presId="urn:microsoft.com/office/officeart/2005/8/layout/hierarchy6"/>
    <dgm:cxn modelId="{BE78106F-B476-4630-B41C-B32D6BDF6162}" type="presParOf" srcId="{2F2DDE87-C596-48C3-BF65-15E20E2B7DA9}" destId="{AEF84D15-4F7F-4601-A26A-527D7F2881F2}" srcOrd="0" destOrd="0" presId="urn:microsoft.com/office/officeart/2005/8/layout/hierarchy6"/>
    <dgm:cxn modelId="{7781E99E-79E7-444A-9FFC-6E97F75F37ED}" type="presParOf" srcId="{2F2DDE87-C596-48C3-BF65-15E20E2B7DA9}" destId="{38F00584-BC5B-4EAF-ACCA-CFF2170070B8}" srcOrd="1" destOrd="0" presId="urn:microsoft.com/office/officeart/2005/8/layout/hierarchy6"/>
    <dgm:cxn modelId="{07CD8A68-DCD8-4DDB-924E-1A2AC5CEBAB0}" type="presParOf" srcId="{38F00584-BC5B-4EAF-ACCA-CFF2170070B8}" destId="{EE9596AD-10F0-400B-9B45-CF4F904F87A3}" srcOrd="0" destOrd="0" presId="urn:microsoft.com/office/officeart/2005/8/layout/hierarchy6"/>
    <dgm:cxn modelId="{961BD158-83DC-4136-A70B-52D383EF6B75}" type="presParOf" srcId="{38F00584-BC5B-4EAF-ACCA-CFF2170070B8}" destId="{10AB1711-1666-4CCE-99D8-55A26823A73F}" srcOrd="1" destOrd="0" presId="urn:microsoft.com/office/officeart/2005/8/layout/hierarchy6"/>
    <dgm:cxn modelId="{4A8A3291-42CF-430E-9148-7672EBA4E8B4}" type="presParOf" srcId="{10AB1711-1666-4CCE-99D8-55A26823A73F}" destId="{1E819226-2667-4680-8D92-6A4AE00630B1}" srcOrd="0" destOrd="0" presId="urn:microsoft.com/office/officeart/2005/8/layout/hierarchy6"/>
    <dgm:cxn modelId="{02B615A9-EC9D-47FD-9685-AB309016EEC6}" type="presParOf" srcId="{10AB1711-1666-4CCE-99D8-55A26823A73F}" destId="{97BB839E-A994-4595-A7A6-F94E6BD8D5C9}" srcOrd="1" destOrd="0" presId="urn:microsoft.com/office/officeart/2005/8/layout/hierarchy6"/>
    <dgm:cxn modelId="{94B3CD5E-AA74-4BD0-A6C0-9269658781F5}" type="presParOf" srcId="{97BB839E-A994-4595-A7A6-F94E6BD8D5C9}" destId="{FD80CB98-9970-41A5-A7AF-C1A251863A0A}" srcOrd="0" destOrd="0" presId="urn:microsoft.com/office/officeart/2005/8/layout/hierarchy6"/>
    <dgm:cxn modelId="{343A5E41-8097-4C04-A20D-B6DC4DB5E698}" type="presParOf" srcId="{97BB839E-A994-4595-A7A6-F94E6BD8D5C9}" destId="{B59F56CF-61E5-4486-A364-C1A58A236DF9}" srcOrd="1" destOrd="0" presId="urn:microsoft.com/office/officeart/2005/8/layout/hierarchy6"/>
    <dgm:cxn modelId="{5316D993-1632-4C59-891E-CB35FBC44A1C}" type="presParOf" srcId="{2F2DDE87-C596-48C3-BF65-15E20E2B7DA9}" destId="{3F04DCB3-0CE3-42E9-B303-ABB79FD2026C}" srcOrd="2" destOrd="0" presId="urn:microsoft.com/office/officeart/2005/8/layout/hierarchy6"/>
    <dgm:cxn modelId="{4B4267BE-810C-41E9-A128-B0D42E4A3E48}" type="presParOf" srcId="{2F2DDE87-C596-48C3-BF65-15E20E2B7DA9}" destId="{1745D73F-9FB0-47C7-8323-E7AB1722D0F4}" srcOrd="3" destOrd="0" presId="urn:microsoft.com/office/officeart/2005/8/layout/hierarchy6"/>
    <dgm:cxn modelId="{00C12536-8C71-4CA6-9C45-341D18F5B32B}" type="presParOf" srcId="{1745D73F-9FB0-47C7-8323-E7AB1722D0F4}" destId="{627FD267-17F5-4C55-997D-B72EC2FC368A}" srcOrd="0" destOrd="0" presId="urn:microsoft.com/office/officeart/2005/8/layout/hierarchy6"/>
    <dgm:cxn modelId="{10372EC2-C1C3-4E2E-A2B4-3D687B942043}" type="presParOf" srcId="{1745D73F-9FB0-47C7-8323-E7AB1722D0F4}" destId="{B7524080-020F-4126-B85F-A9B083A575E3}" srcOrd="1" destOrd="0" presId="urn:microsoft.com/office/officeart/2005/8/layout/hierarchy6"/>
    <dgm:cxn modelId="{8E2AEA2E-22E7-40B8-8E88-37D4B43EDB31}" type="presParOf" srcId="{B7524080-020F-4126-B85F-A9B083A575E3}" destId="{8B0C26BB-D7C1-4995-98ED-54EBEA85C36B}" srcOrd="0" destOrd="0" presId="urn:microsoft.com/office/officeart/2005/8/layout/hierarchy6"/>
    <dgm:cxn modelId="{DC2F31CD-175E-45C8-A069-DA1F68C3C595}" type="presParOf" srcId="{B7524080-020F-4126-B85F-A9B083A575E3}" destId="{43DD63E0-7801-4800-A4D0-F936F945E127}" srcOrd="1" destOrd="0" presId="urn:microsoft.com/office/officeart/2005/8/layout/hierarchy6"/>
    <dgm:cxn modelId="{6CB7B30C-5BBC-4371-B208-C9F8EC3FD0B2}" type="presParOf" srcId="{43DD63E0-7801-4800-A4D0-F936F945E127}" destId="{56259C36-10B3-4A74-A194-29CF0430B917}" srcOrd="0" destOrd="0" presId="urn:microsoft.com/office/officeart/2005/8/layout/hierarchy6"/>
    <dgm:cxn modelId="{C8CB41E7-6BD5-4386-9C46-D0D8407DD42E}" type="presParOf" srcId="{43DD63E0-7801-4800-A4D0-F936F945E127}" destId="{206E2705-995E-4EA6-98D7-73FDA70C1CC6}" srcOrd="1" destOrd="0" presId="urn:microsoft.com/office/officeart/2005/8/layout/hierarchy6"/>
    <dgm:cxn modelId="{04511F53-713F-470D-AE49-7B307EE8A5DB}" type="presParOf" srcId="{B7524080-020F-4126-B85F-A9B083A575E3}" destId="{F6F7990B-7ECE-4AA9-A1A3-1FBCD262E30E}" srcOrd="2" destOrd="0" presId="urn:microsoft.com/office/officeart/2005/8/layout/hierarchy6"/>
    <dgm:cxn modelId="{EE10EAF9-74C3-4DF5-9E5B-73C13CFFEAE0}" type="presParOf" srcId="{B7524080-020F-4126-B85F-A9B083A575E3}" destId="{37FFB357-5387-45D3-8646-7AE41235C1E9}" srcOrd="3" destOrd="0" presId="urn:microsoft.com/office/officeart/2005/8/layout/hierarchy6"/>
    <dgm:cxn modelId="{52EDF173-DC98-4B68-ADEF-A792FA143FA8}" type="presParOf" srcId="{37FFB357-5387-45D3-8646-7AE41235C1E9}" destId="{014F6BCF-D148-4BE0-9416-93F0444EBFBD}" srcOrd="0" destOrd="0" presId="urn:microsoft.com/office/officeart/2005/8/layout/hierarchy6"/>
    <dgm:cxn modelId="{9E9D5AA8-F7D7-4858-843C-7977A7F9FB8B}" type="presParOf" srcId="{37FFB357-5387-45D3-8646-7AE41235C1E9}" destId="{9F04E414-C8AE-4979-896A-6162418FD999}" srcOrd="1" destOrd="0" presId="urn:microsoft.com/office/officeart/2005/8/layout/hierarchy6"/>
    <dgm:cxn modelId="{BDED882A-0FDB-4C87-9628-72B78FFCFF4F}" type="presParOf" srcId="{5D4BCF8B-2401-48CB-8A98-6D339904F6BE}" destId="{7DA9F598-4E0B-4392-8BCB-FF2CCF008B42}" srcOrd="2" destOrd="0" presId="urn:microsoft.com/office/officeart/2005/8/layout/hierarchy6"/>
    <dgm:cxn modelId="{D13C5A2A-92A4-4548-A5C6-2B0F3812CE79}" type="presParOf" srcId="{5D4BCF8B-2401-48CB-8A98-6D339904F6BE}" destId="{A4325104-E77F-42A9-ACD8-8F44935F46B3}" srcOrd="3" destOrd="0" presId="urn:microsoft.com/office/officeart/2005/8/layout/hierarchy6"/>
    <dgm:cxn modelId="{7580910A-AEEA-457C-8855-A18168A77891}" type="presParOf" srcId="{A4325104-E77F-42A9-ACD8-8F44935F46B3}" destId="{B29C15E5-4480-42E2-9098-A59A8D2CEF76}" srcOrd="0" destOrd="0" presId="urn:microsoft.com/office/officeart/2005/8/layout/hierarchy6"/>
    <dgm:cxn modelId="{4DC2CA6B-3259-4488-8A0B-9D5FD554C3FD}" type="presParOf" srcId="{A4325104-E77F-42A9-ACD8-8F44935F46B3}" destId="{051978EE-5225-4149-8333-C3B39E14AA37}" srcOrd="1" destOrd="0" presId="urn:microsoft.com/office/officeart/2005/8/layout/hierarchy6"/>
    <dgm:cxn modelId="{94B5F34F-83D3-4210-95FE-6B332B96DA8B}" type="presParOf" srcId="{051978EE-5225-4149-8333-C3B39E14AA37}" destId="{EF44CD87-ACF5-4047-BA9F-0ACFC9771257}" srcOrd="0" destOrd="0" presId="urn:microsoft.com/office/officeart/2005/8/layout/hierarchy6"/>
    <dgm:cxn modelId="{C7653347-A05D-43E7-A486-16073C77D224}" type="presParOf" srcId="{051978EE-5225-4149-8333-C3B39E14AA37}" destId="{744D00CE-55FB-4F8D-8879-58DD755F853A}" srcOrd="1" destOrd="0" presId="urn:microsoft.com/office/officeart/2005/8/layout/hierarchy6"/>
    <dgm:cxn modelId="{438F248D-DE24-4B2D-9E1E-B3B925D8154A}" type="presParOf" srcId="{744D00CE-55FB-4F8D-8879-58DD755F853A}" destId="{3CD4EA27-D902-4F7C-8050-AAFA61F1CF0A}" srcOrd="0" destOrd="0" presId="urn:microsoft.com/office/officeart/2005/8/layout/hierarchy6"/>
    <dgm:cxn modelId="{735665C2-9079-482D-8517-D2E678E31E2D}" type="presParOf" srcId="{744D00CE-55FB-4F8D-8879-58DD755F853A}" destId="{FBEBD764-116E-4A21-B301-596D277DA1E4}" srcOrd="1" destOrd="0" presId="urn:microsoft.com/office/officeart/2005/8/layout/hierarchy6"/>
    <dgm:cxn modelId="{E59FD6A3-2756-4D34-AF5D-68134060392B}" type="presParOf" srcId="{051978EE-5225-4149-8333-C3B39E14AA37}" destId="{681CFA64-B73F-44FE-AE54-BD863918CE25}" srcOrd="2" destOrd="0" presId="urn:microsoft.com/office/officeart/2005/8/layout/hierarchy6"/>
    <dgm:cxn modelId="{209AAFBA-FC14-4FFB-BC27-ABE5DE5E06CF}" type="presParOf" srcId="{051978EE-5225-4149-8333-C3B39E14AA37}" destId="{61A5066A-B839-44F0-BC49-DE3FBDCE6F62}" srcOrd="3" destOrd="0" presId="urn:microsoft.com/office/officeart/2005/8/layout/hierarchy6"/>
    <dgm:cxn modelId="{9E65DA0F-A461-48D3-9076-A15BE91E7180}" type="presParOf" srcId="{61A5066A-B839-44F0-BC49-DE3FBDCE6F62}" destId="{EAE1EECF-7AA5-4DC3-A700-855F2D0F6E7A}" srcOrd="0" destOrd="0" presId="urn:microsoft.com/office/officeart/2005/8/layout/hierarchy6"/>
    <dgm:cxn modelId="{466A3F98-2A0E-406E-9BF5-4644D097D84A}" type="presParOf" srcId="{61A5066A-B839-44F0-BC49-DE3FBDCE6F62}" destId="{0D16CE2B-AC27-4A8E-B7AC-DE688BB89B71}" srcOrd="1" destOrd="0" presId="urn:microsoft.com/office/officeart/2005/8/layout/hierarchy6"/>
    <dgm:cxn modelId="{15C89822-6D8F-432D-A7D3-31DDF3046FC1}" type="presParOf" srcId="{051978EE-5225-4149-8333-C3B39E14AA37}" destId="{F62C6966-CE83-48C9-8DDD-3EEB3DC33AEF}" srcOrd="4" destOrd="0" presId="urn:microsoft.com/office/officeart/2005/8/layout/hierarchy6"/>
    <dgm:cxn modelId="{EDDF990E-11E6-494E-AF8A-DCCE7D020807}" type="presParOf" srcId="{051978EE-5225-4149-8333-C3B39E14AA37}" destId="{BB1E0BAB-5C07-4A54-A4A6-403033303E22}" srcOrd="5" destOrd="0" presId="urn:microsoft.com/office/officeart/2005/8/layout/hierarchy6"/>
    <dgm:cxn modelId="{8F7912FC-11D6-4375-B4EB-B0AAC9FD274A}" type="presParOf" srcId="{BB1E0BAB-5C07-4A54-A4A6-403033303E22}" destId="{9DCBFCB9-1E5E-4FDC-9A34-B9113AAA0C43}" srcOrd="0" destOrd="0" presId="urn:microsoft.com/office/officeart/2005/8/layout/hierarchy6"/>
    <dgm:cxn modelId="{9C723159-E21F-440E-84D4-720E9F7EBA4B}" type="presParOf" srcId="{BB1E0BAB-5C07-4A54-A4A6-403033303E22}" destId="{ECAF2817-8A37-4E46-B60B-A9F558A8D154}" srcOrd="1" destOrd="0" presId="urn:microsoft.com/office/officeart/2005/8/layout/hierarchy6"/>
    <dgm:cxn modelId="{4F941A0E-9DC2-4290-9224-D25251BE68ED}" type="presParOf" srcId="{5D4BCF8B-2401-48CB-8A98-6D339904F6BE}" destId="{BF5D34F5-7B77-4557-82E4-BEB661819336}" srcOrd="4" destOrd="0" presId="urn:microsoft.com/office/officeart/2005/8/layout/hierarchy6"/>
    <dgm:cxn modelId="{245844D6-0747-4A1B-B75E-ACDD73539E22}" type="presParOf" srcId="{5D4BCF8B-2401-48CB-8A98-6D339904F6BE}" destId="{746EA93E-C9E6-45ED-A866-E1930C1D1A5C}" srcOrd="5" destOrd="0" presId="urn:microsoft.com/office/officeart/2005/8/layout/hierarchy6"/>
    <dgm:cxn modelId="{56BD32D9-7395-4665-BD2B-D4F51C9CD1E5}" type="presParOf" srcId="{746EA93E-C9E6-45ED-A866-E1930C1D1A5C}" destId="{9F781ED6-68E7-46E2-A751-A1A89B7449E4}" srcOrd="0" destOrd="0" presId="urn:microsoft.com/office/officeart/2005/8/layout/hierarchy6"/>
    <dgm:cxn modelId="{E80E5A6F-6F79-4DB9-BDF1-D66C9D051E83}" type="presParOf" srcId="{746EA93E-C9E6-45ED-A866-E1930C1D1A5C}" destId="{61259F79-9989-43D1-B280-ABE3DF4C79ED}" srcOrd="1" destOrd="0" presId="urn:microsoft.com/office/officeart/2005/8/layout/hierarchy6"/>
    <dgm:cxn modelId="{F1891C76-1BE9-4DA6-81C2-B7AA04682DDC}" type="presParOf" srcId="{61259F79-9989-43D1-B280-ABE3DF4C79ED}" destId="{80D8CAF5-1E3B-487F-9852-E822160662E1}" srcOrd="0" destOrd="0" presId="urn:microsoft.com/office/officeart/2005/8/layout/hierarchy6"/>
    <dgm:cxn modelId="{D1EF8DD1-5811-4827-902D-432BD92F360E}" type="presParOf" srcId="{61259F79-9989-43D1-B280-ABE3DF4C79ED}" destId="{058542D8-7D0C-4195-AB94-8F706A499F8B}" srcOrd="1" destOrd="0" presId="urn:microsoft.com/office/officeart/2005/8/layout/hierarchy6"/>
    <dgm:cxn modelId="{4780B1AB-6369-4FF8-A511-990AF19A8105}" type="presParOf" srcId="{058542D8-7D0C-4195-AB94-8F706A499F8B}" destId="{7B6554C0-CB3D-4E9E-B56B-EE54BC54B8F3}" srcOrd="0" destOrd="0" presId="urn:microsoft.com/office/officeart/2005/8/layout/hierarchy6"/>
    <dgm:cxn modelId="{53271E88-D4E0-4A3F-B2CD-F0B79834EF1C}" type="presParOf" srcId="{058542D8-7D0C-4195-AB94-8F706A499F8B}" destId="{B2356C83-43A0-4A2F-8024-3FD857475573}" srcOrd="1" destOrd="0" presId="urn:microsoft.com/office/officeart/2005/8/layout/hierarchy6"/>
    <dgm:cxn modelId="{9D399272-8BFC-4723-9B4C-27E4B2351B5F}" type="presParOf" srcId="{61259F79-9989-43D1-B280-ABE3DF4C79ED}" destId="{5F1ADF82-3A84-44C0-A218-F7B3F3D8B2F9}" srcOrd="2" destOrd="0" presId="urn:microsoft.com/office/officeart/2005/8/layout/hierarchy6"/>
    <dgm:cxn modelId="{6CB312A4-5928-475A-A76A-CD0FF898BE34}" type="presParOf" srcId="{61259F79-9989-43D1-B280-ABE3DF4C79ED}" destId="{FA652ED4-A088-4284-A8CC-5DA1CAEFD372}" srcOrd="3" destOrd="0" presId="urn:microsoft.com/office/officeart/2005/8/layout/hierarchy6"/>
    <dgm:cxn modelId="{666848EA-A255-479A-81C0-1B0B73C88EBA}" type="presParOf" srcId="{FA652ED4-A088-4284-A8CC-5DA1CAEFD372}" destId="{A8BBBF9E-41C6-4622-B54B-36512FF417A0}" srcOrd="0" destOrd="0" presId="urn:microsoft.com/office/officeart/2005/8/layout/hierarchy6"/>
    <dgm:cxn modelId="{9E0EBEC4-FA11-4FD7-9396-2D3C0A2ADCB6}" type="presParOf" srcId="{FA652ED4-A088-4284-A8CC-5DA1CAEFD372}" destId="{69FF22CE-CE9D-4830-AE90-8A88DFBD221F}" srcOrd="1" destOrd="0" presId="urn:microsoft.com/office/officeart/2005/8/layout/hierarchy6"/>
    <dgm:cxn modelId="{256EB02C-5B83-4B26-93C9-07275E480DC2}" type="presParOf" srcId="{69FF22CE-CE9D-4830-AE90-8A88DFBD221F}" destId="{7F74CD73-D2F9-4CA4-84E2-74DE804ACDAB}" srcOrd="0" destOrd="0" presId="urn:microsoft.com/office/officeart/2005/8/layout/hierarchy6"/>
    <dgm:cxn modelId="{A8F35BD9-98A7-4338-A73C-E5431CA86A1E}" type="presParOf" srcId="{69FF22CE-CE9D-4830-AE90-8A88DFBD221F}" destId="{E6DAE177-4919-415A-A5F4-1FC52CC1EE0B}" srcOrd="1" destOrd="0" presId="urn:microsoft.com/office/officeart/2005/8/layout/hierarchy6"/>
    <dgm:cxn modelId="{CDD81064-4F2D-47EE-BAE7-C31DD032856A}" type="presParOf" srcId="{E6DAE177-4919-415A-A5F4-1FC52CC1EE0B}" destId="{D037F0B4-7706-406D-B732-E5BB933D1317}" srcOrd="0" destOrd="0" presId="urn:microsoft.com/office/officeart/2005/8/layout/hierarchy6"/>
    <dgm:cxn modelId="{3ABDE2E0-4F70-4212-98B0-D6895FFE486F}" type="presParOf" srcId="{E6DAE177-4919-415A-A5F4-1FC52CC1EE0B}" destId="{C7BDAD61-9368-48B0-BCEA-41229627EB5E}" srcOrd="1" destOrd="0" presId="urn:microsoft.com/office/officeart/2005/8/layout/hierarchy6"/>
    <dgm:cxn modelId="{F006C0D7-A204-44A5-B8A6-B92AEDF87525}" type="presParOf" srcId="{69FF22CE-CE9D-4830-AE90-8A88DFBD221F}" destId="{409A2363-B311-4B93-91C1-22E7F7F952DF}" srcOrd="2" destOrd="0" presId="urn:microsoft.com/office/officeart/2005/8/layout/hierarchy6"/>
    <dgm:cxn modelId="{A95A2B77-A0BB-443F-9F83-8ECA65A14620}" type="presParOf" srcId="{69FF22CE-CE9D-4830-AE90-8A88DFBD221F}" destId="{235AA143-DB7D-4E06-B2CA-C199B885BF5E}" srcOrd="3" destOrd="0" presId="urn:microsoft.com/office/officeart/2005/8/layout/hierarchy6"/>
    <dgm:cxn modelId="{4C103D7B-AA50-434C-8CBD-8A231CB4C792}" type="presParOf" srcId="{235AA143-DB7D-4E06-B2CA-C199B885BF5E}" destId="{0AD0047E-96A0-4B28-B2DC-FC1232E0705C}" srcOrd="0" destOrd="0" presId="urn:microsoft.com/office/officeart/2005/8/layout/hierarchy6"/>
    <dgm:cxn modelId="{A3525EBD-D49A-4C55-BA7B-C1D0E9B7779E}" type="presParOf" srcId="{235AA143-DB7D-4E06-B2CA-C199B885BF5E}" destId="{4C2C0E5A-F1C2-408C-B2E2-9B5A725BD90D}" srcOrd="1" destOrd="0" presId="urn:microsoft.com/office/officeart/2005/8/layout/hierarchy6"/>
    <dgm:cxn modelId="{32F43CBD-3A03-445D-AB32-DD3A8970C132}" type="presParOf" srcId="{61259F79-9989-43D1-B280-ABE3DF4C79ED}" destId="{F0BB55FE-2D65-4EAA-8240-E4D8457EFD67}" srcOrd="4" destOrd="0" presId="urn:microsoft.com/office/officeart/2005/8/layout/hierarchy6"/>
    <dgm:cxn modelId="{783282F2-F844-4100-959B-DAD4C637C0D5}" type="presParOf" srcId="{61259F79-9989-43D1-B280-ABE3DF4C79ED}" destId="{8ECC1A4F-2EB5-449E-A429-A1429BEE5045}" srcOrd="5" destOrd="0" presId="urn:microsoft.com/office/officeart/2005/8/layout/hierarchy6"/>
    <dgm:cxn modelId="{7D0E0DFC-3984-4564-9B35-9CFE17F17F4B}" type="presParOf" srcId="{8ECC1A4F-2EB5-449E-A429-A1429BEE5045}" destId="{B023888E-293C-4DDF-9EFE-B8B4A894ACC8}" srcOrd="0" destOrd="0" presId="urn:microsoft.com/office/officeart/2005/8/layout/hierarchy6"/>
    <dgm:cxn modelId="{F16B36C4-F637-45C8-B562-752E26E4AA2C}" type="presParOf" srcId="{8ECC1A4F-2EB5-449E-A429-A1429BEE5045}" destId="{04711FB6-325D-46B8-A329-ED051D73B4C9}" srcOrd="1" destOrd="0" presId="urn:microsoft.com/office/officeart/2005/8/layout/hierarchy6"/>
    <dgm:cxn modelId="{800E079D-B933-439E-89DF-C010E9EFF5D9}" type="presParOf" srcId="{2D89CE92-96AA-4201-B79F-B894C1253DA4}" destId="{8BC86ADC-7C70-4691-9539-69B5C48240E1}" srcOrd="1" destOrd="0" presId="urn:microsoft.com/office/officeart/2005/8/layout/hierarchy6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6794D97-5CDA-4948-939A-6254DBFE8F2E}" type="doc">
      <dgm:prSet loTypeId="urn:microsoft.com/office/officeart/2005/8/layout/orgChart1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GB"/>
        </a:p>
      </dgm:t>
    </dgm:pt>
    <dgm:pt modelId="{58112276-D6E9-4119-8221-2A4359280B24}">
      <dgm:prSet phldrT="[Text]"/>
      <dgm:spPr/>
      <dgm:t>
        <a:bodyPr/>
        <a:lstStyle/>
        <a:p>
          <a:r>
            <a:rPr lang="en-GB" dirty="0"/>
            <a:t>Database</a:t>
          </a:r>
        </a:p>
      </dgm:t>
    </dgm:pt>
    <dgm:pt modelId="{95175B4D-CF22-42EC-A1EE-4F8E380C054D}" type="parTrans" cxnId="{88B7D384-3D40-4EB1-B2AD-5BFEA757D63E}">
      <dgm:prSet/>
      <dgm:spPr/>
      <dgm:t>
        <a:bodyPr/>
        <a:lstStyle/>
        <a:p>
          <a:endParaRPr lang="en-GB"/>
        </a:p>
      </dgm:t>
    </dgm:pt>
    <dgm:pt modelId="{D66AAE27-14A4-4001-BA1D-F3C8896F0B01}" type="sibTrans" cxnId="{88B7D384-3D40-4EB1-B2AD-5BFEA757D63E}">
      <dgm:prSet/>
      <dgm:spPr/>
      <dgm:t>
        <a:bodyPr/>
        <a:lstStyle/>
        <a:p>
          <a:endParaRPr lang="en-GB"/>
        </a:p>
      </dgm:t>
    </dgm:pt>
    <dgm:pt modelId="{083AF036-ACF8-40BF-8460-758691430A55}">
      <dgm:prSet phldrT="[Text]"/>
      <dgm:spPr/>
      <dgm:t>
        <a:bodyPr/>
        <a:lstStyle/>
        <a:p>
          <a:r>
            <a:rPr lang="en-GB" dirty="0"/>
            <a:t>Interactions</a:t>
          </a:r>
        </a:p>
      </dgm:t>
    </dgm:pt>
    <dgm:pt modelId="{CC1389F9-5440-46FF-B6A4-2EE950330E9A}" type="parTrans" cxnId="{C6884120-85B5-4472-820B-A520B646785D}">
      <dgm:prSet/>
      <dgm:spPr/>
      <dgm:t>
        <a:bodyPr/>
        <a:lstStyle/>
        <a:p>
          <a:endParaRPr lang="en-GB"/>
        </a:p>
      </dgm:t>
    </dgm:pt>
    <dgm:pt modelId="{2CCCCFC0-27B2-4467-BA4F-FDBD5EC01984}" type="sibTrans" cxnId="{C6884120-85B5-4472-820B-A520B646785D}">
      <dgm:prSet/>
      <dgm:spPr/>
      <dgm:t>
        <a:bodyPr/>
        <a:lstStyle/>
        <a:p>
          <a:endParaRPr lang="en-GB"/>
        </a:p>
      </dgm:t>
    </dgm:pt>
    <dgm:pt modelId="{A1D33583-CE3D-4E95-A65A-433E97C49BD5}">
      <dgm:prSet phldrT="[Text]"/>
      <dgm:spPr/>
      <dgm:t>
        <a:bodyPr/>
        <a:lstStyle/>
        <a:p>
          <a:r>
            <a:rPr lang="en-GB" dirty="0"/>
            <a:t>Request data</a:t>
          </a:r>
        </a:p>
      </dgm:t>
    </dgm:pt>
    <dgm:pt modelId="{CA364DD9-8B21-47B9-A651-043A58BB20A8}" type="parTrans" cxnId="{52E77858-59F4-4CCD-82A3-88BC6C977FA8}">
      <dgm:prSet/>
      <dgm:spPr/>
      <dgm:t>
        <a:bodyPr/>
        <a:lstStyle/>
        <a:p>
          <a:endParaRPr lang="en-GB"/>
        </a:p>
      </dgm:t>
    </dgm:pt>
    <dgm:pt modelId="{AA62E87B-395E-42E5-8A6D-55B65CBFE230}" type="sibTrans" cxnId="{52E77858-59F4-4CCD-82A3-88BC6C977FA8}">
      <dgm:prSet/>
      <dgm:spPr/>
      <dgm:t>
        <a:bodyPr/>
        <a:lstStyle/>
        <a:p>
          <a:endParaRPr lang="en-GB"/>
        </a:p>
      </dgm:t>
    </dgm:pt>
    <dgm:pt modelId="{CF79153C-1B4A-43F7-8249-9B2695D80FD9}">
      <dgm:prSet phldrT="[Text]"/>
      <dgm:spPr/>
      <dgm:t>
        <a:bodyPr/>
        <a:lstStyle/>
        <a:p>
          <a:r>
            <a:rPr lang="en-GB" dirty="0"/>
            <a:t>Execute command</a:t>
          </a:r>
        </a:p>
      </dgm:t>
    </dgm:pt>
    <dgm:pt modelId="{43EF23E4-E0A6-4753-87F2-840C0DA06967}" type="parTrans" cxnId="{AF466966-2326-47C8-8735-AC70958B8348}">
      <dgm:prSet/>
      <dgm:spPr/>
      <dgm:t>
        <a:bodyPr/>
        <a:lstStyle/>
        <a:p>
          <a:endParaRPr lang="en-GB"/>
        </a:p>
      </dgm:t>
    </dgm:pt>
    <dgm:pt modelId="{F8E7C548-1D32-446C-86DA-8E07615400F6}" type="sibTrans" cxnId="{AF466966-2326-47C8-8735-AC70958B8348}">
      <dgm:prSet/>
      <dgm:spPr/>
      <dgm:t>
        <a:bodyPr/>
        <a:lstStyle/>
        <a:p>
          <a:endParaRPr lang="en-GB"/>
        </a:p>
      </dgm:t>
    </dgm:pt>
    <dgm:pt modelId="{115BBF3D-B895-4184-BD93-4AA8935F1D15}">
      <dgm:prSet phldrT="[Text]"/>
      <dgm:spPr/>
      <dgm:t>
        <a:bodyPr/>
        <a:lstStyle/>
        <a:p>
          <a:r>
            <a:rPr lang="en-GB" dirty="0"/>
            <a:t>Tables</a:t>
          </a:r>
        </a:p>
      </dgm:t>
    </dgm:pt>
    <dgm:pt modelId="{3676E10B-4C0A-4066-9A8C-3B73432E263B}" type="parTrans" cxnId="{5EA6D246-3FA3-4D06-9FDF-9762823911C3}">
      <dgm:prSet/>
      <dgm:spPr/>
      <dgm:t>
        <a:bodyPr/>
        <a:lstStyle/>
        <a:p>
          <a:endParaRPr lang="en-GB"/>
        </a:p>
      </dgm:t>
    </dgm:pt>
    <dgm:pt modelId="{D13259DC-0EE5-432E-8293-C737CA7BE52E}" type="sibTrans" cxnId="{5EA6D246-3FA3-4D06-9FDF-9762823911C3}">
      <dgm:prSet/>
      <dgm:spPr/>
      <dgm:t>
        <a:bodyPr/>
        <a:lstStyle/>
        <a:p>
          <a:endParaRPr lang="en-GB"/>
        </a:p>
      </dgm:t>
    </dgm:pt>
    <dgm:pt modelId="{00AF4181-AB5C-42A8-ACA4-5597946B4D0D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GB" dirty="0"/>
            <a:t>Returns list</a:t>
          </a:r>
        </a:p>
      </dgm:t>
    </dgm:pt>
    <dgm:pt modelId="{FEBAB82A-C732-4DFD-8338-4E5692EDF154}" type="parTrans" cxnId="{E1109765-C50D-482C-9ED1-102AE18A5910}">
      <dgm:prSet/>
      <dgm:spPr/>
      <dgm:t>
        <a:bodyPr/>
        <a:lstStyle/>
        <a:p>
          <a:endParaRPr lang="en-GB"/>
        </a:p>
      </dgm:t>
    </dgm:pt>
    <dgm:pt modelId="{135BAA16-A9BF-4D7B-A32C-38F60B398882}" type="sibTrans" cxnId="{E1109765-C50D-482C-9ED1-102AE18A5910}">
      <dgm:prSet/>
      <dgm:spPr/>
      <dgm:t>
        <a:bodyPr/>
        <a:lstStyle/>
        <a:p>
          <a:endParaRPr lang="en-GB"/>
        </a:p>
      </dgm:t>
    </dgm:pt>
    <dgm:pt modelId="{009F0CB7-DBAE-4FFE-A2CC-39E906FEC652}">
      <dgm:prSet phldrT="[Text]"/>
      <dgm:spPr>
        <a:solidFill>
          <a:schemeClr val="bg1">
            <a:lumMod val="65000"/>
          </a:schemeClr>
        </a:solidFill>
      </dgm:spPr>
      <dgm:t>
        <a:bodyPr/>
        <a:lstStyle/>
        <a:p>
          <a:r>
            <a:rPr lang="en-GB" dirty="0"/>
            <a:t>Returns Boolean value of success</a:t>
          </a:r>
        </a:p>
      </dgm:t>
    </dgm:pt>
    <dgm:pt modelId="{FCE9372D-5D8E-408A-A4DF-27DAF1C7349D}" type="parTrans" cxnId="{DEB260C5-0BF2-4B51-A49F-CE9A678262B1}">
      <dgm:prSet/>
      <dgm:spPr/>
      <dgm:t>
        <a:bodyPr/>
        <a:lstStyle/>
        <a:p>
          <a:endParaRPr lang="en-GB"/>
        </a:p>
      </dgm:t>
    </dgm:pt>
    <dgm:pt modelId="{D417DA62-3BEF-4456-BCC0-CDEFBFC69DAA}" type="sibTrans" cxnId="{DEB260C5-0BF2-4B51-A49F-CE9A678262B1}">
      <dgm:prSet/>
      <dgm:spPr/>
      <dgm:t>
        <a:bodyPr/>
        <a:lstStyle/>
        <a:p>
          <a:endParaRPr lang="en-GB"/>
        </a:p>
      </dgm:t>
    </dgm:pt>
    <dgm:pt modelId="{507FFEF7-0423-49C9-AAD0-284A3B7E6DC9}">
      <dgm:prSet phldrT="[Text]"/>
      <dgm:spPr/>
      <dgm:t>
        <a:bodyPr/>
        <a:lstStyle/>
        <a:p>
          <a:r>
            <a:rPr lang="en-GB" dirty="0"/>
            <a:t>Accounts</a:t>
          </a:r>
        </a:p>
      </dgm:t>
    </dgm:pt>
    <dgm:pt modelId="{E0399DDB-9231-47B8-B72C-47C8BD7CDB73}" type="parTrans" cxnId="{B0D5F436-1AEB-48B4-8375-3F602D8EA8EB}">
      <dgm:prSet/>
      <dgm:spPr/>
      <dgm:t>
        <a:bodyPr/>
        <a:lstStyle/>
        <a:p>
          <a:endParaRPr lang="en-GB"/>
        </a:p>
      </dgm:t>
    </dgm:pt>
    <dgm:pt modelId="{0CB00733-CBE8-45FA-8198-68B0AE724E6A}" type="sibTrans" cxnId="{B0D5F436-1AEB-48B4-8375-3F602D8EA8EB}">
      <dgm:prSet/>
      <dgm:spPr/>
      <dgm:t>
        <a:bodyPr/>
        <a:lstStyle/>
        <a:p>
          <a:endParaRPr lang="en-GB"/>
        </a:p>
      </dgm:t>
    </dgm:pt>
    <dgm:pt modelId="{B96F57EA-AB73-444E-AD94-6F2CFD122458}">
      <dgm:prSet phldrT="[Text]"/>
      <dgm:spPr/>
      <dgm:t>
        <a:bodyPr/>
        <a:lstStyle/>
        <a:p>
          <a:r>
            <a:rPr lang="en-GB" dirty="0"/>
            <a:t>Alterations</a:t>
          </a:r>
        </a:p>
      </dgm:t>
    </dgm:pt>
    <dgm:pt modelId="{EB5E1ED7-6644-4CAD-A84E-A271BF5240B2}" type="parTrans" cxnId="{7BA99831-A82A-404B-839C-E002B8A6DF5A}">
      <dgm:prSet/>
      <dgm:spPr/>
      <dgm:t>
        <a:bodyPr/>
        <a:lstStyle/>
        <a:p>
          <a:endParaRPr lang="en-GB"/>
        </a:p>
      </dgm:t>
    </dgm:pt>
    <dgm:pt modelId="{33751ADF-4A21-46E0-98FC-F21646746237}" type="sibTrans" cxnId="{7BA99831-A82A-404B-839C-E002B8A6DF5A}">
      <dgm:prSet/>
      <dgm:spPr/>
      <dgm:t>
        <a:bodyPr/>
        <a:lstStyle/>
        <a:p>
          <a:endParaRPr lang="en-GB"/>
        </a:p>
      </dgm:t>
    </dgm:pt>
    <dgm:pt modelId="{15D4E530-E899-4FF3-917B-18C1F76DE86C}">
      <dgm:prSet phldrT="[Text]"/>
      <dgm:spPr/>
      <dgm:t>
        <a:bodyPr/>
        <a:lstStyle/>
        <a:p>
          <a:r>
            <a:rPr lang="en-GB" dirty="0"/>
            <a:t>Events</a:t>
          </a:r>
        </a:p>
      </dgm:t>
    </dgm:pt>
    <dgm:pt modelId="{43BA390C-7752-4370-B4B7-AD7A59F348F8}" type="parTrans" cxnId="{0278DE92-1848-4DC4-8416-804E59004E96}">
      <dgm:prSet/>
      <dgm:spPr/>
      <dgm:t>
        <a:bodyPr/>
        <a:lstStyle/>
        <a:p>
          <a:endParaRPr lang="en-GB"/>
        </a:p>
      </dgm:t>
    </dgm:pt>
    <dgm:pt modelId="{6553C9C8-289C-4180-AEE1-2FC863449465}" type="sibTrans" cxnId="{0278DE92-1848-4DC4-8416-804E59004E96}">
      <dgm:prSet/>
      <dgm:spPr/>
      <dgm:t>
        <a:bodyPr/>
        <a:lstStyle/>
        <a:p>
          <a:endParaRPr lang="en-GB"/>
        </a:p>
      </dgm:t>
    </dgm:pt>
    <dgm:pt modelId="{D1A65168-217D-4756-B3A2-0BE0F9F9C629}">
      <dgm:prSet phldrT="[Text]"/>
      <dgm:spPr/>
      <dgm:t>
        <a:bodyPr/>
        <a:lstStyle/>
        <a:p>
          <a:r>
            <a:rPr lang="en-GB" dirty="0"/>
            <a:t>Locations</a:t>
          </a:r>
        </a:p>
      </dgm:t>
    </dgm:pt>
    <dgm:pt modelId="{F7B360B0-C0F8-44FB-8F4B-26D6742492F3}" type="parTrans" cxnId="{CCA0F452-1BEF-4D68-AE54-E5AED28640FD}">
      <dgm:prSet/>
      <dgm:spPr/>
      <dgm:t>
        <a:bodyPr/>
        <a:lstStyle/>
        <a:p>
          <a:endParaRPr lang="en-GB"/>
        </a:p>
      </dgm:t>
    </dgm:pt>
    <dgm:pt modelId="{13509A28-FD43-403F-9829-CDE04A25D740}" type="sibTrans" cxnId="{CCA0F452-1BEF-4D68-AE54-E5AED28640FD}">
      <dgm:prSet/>
      <dgm:spPr/>
      <dgm:t>
        <a:bodyPr/>
        <a:lstStyle/>
        <a:p>
          <a:endParaRPr lang="en-GB"/>
        </a:p>
      </dgm:t>
    </dgm:pt>
    <dgm:pt modelId="{860A26FB-423B-496B-BAB0-B42B0960D613}">
      <dgm:prSet phldrT="[Text]"/>
      <dgm:spPr/>
      <dgm:t>
        <a:bodyPr/>
        <a:lstStyle/>
        <a:p>
          <a:r>
            <a:rPr lang="en-GB" dirty="0"/>
            <a:t>Remember me</a:t>
          </a:r>
        </a:p>
      </dgm:t>
    </dgm:pt>
    <dgm:pt modelId="{30C7675F-9646-4D56-9967-52D2E3C4F885}" type="parTrans" cxnId="{38A00021-D76C-4B20-98CE-5879F9E2EAB6}">
      <dgm:prSet/>
      <dgm:spPr/>
      <dgm:t>
        <a:bodyPr/>
        <a:lstStyle/>
        <a:p>
          <a:endParaRPr lang="en-GB"/>
        </a:p>
      </dgm:t>
    </dgm:pt>
    <dgm:pt modelId="{4EE1504A-C423-4805-AAE9-96CB8955A44C}" type="sibTrans" cxnId="{38A00021-D76C-4B20-98CE-5879F9E2EAB6}">
      <dgm:prSet/>
      <dgm:spPr/>
      <dgm:t>
        <a:bodyPr/>
        <a:lstStyle/>
        <a:p>
          <a:endParaRPr lang="en-GB"/>
        </a:p>
      </dgm:t>
    </dgm:pt>
    <dgm:pt modelId="{AC914804-7302-413E-B511-EA87DD591312}">
      <dgm:prSet phldrT="[Text]"/>
      <dgm:spPr/>
      <dgm:t>
        <a:bodyPr/>
        <a:lstStyle/>
        <a:p>
          <a:r>
            <a:rPr lang="en-GB" dirty="0"/>
            <a:t>Student Info</a:t>
          </a:r>
        </a:p>
      </dgm:t>
    </dgm:pt>
    <dgm:pt modelId="{53538FFC-EE18-4374-9723-7DD407083D24}" type="parTrans" cxnId="{BEB5DEEB-8B97-4BAA-B231-46C7D4D99720}">
      <dgm:prSet/>
      <dgm:spPr/>
      <dgm:t>
        <a:bodyPr/>
        <a:lstStyle/>
        <a:p>
          <a:endParaRPr lang="en-GB"/>
        </a:p>
      </dgm:t>
    </dgm:pt>
    <dgm:pt modelId="{E00C62E1-6A1F-4AED-9306-CB1305E535D7}" type="sibTrans" cxnId="{BEB5DEEB-8B97-4BAA-B231-46C7D4D99720}">
      <dgm:prSet/>
      <dgm:spPr/>
      <dgm:t>
        <a:bodyPr/>
        <a:lstStyle/>
        <a:p>
          <a:endParaRPr lang="en-GB"/>
        </a:p>
      </dgm:t>
    </dgm:pt>
    <dgm:pt modelId="{41B8B842-182E-4829-B2E7-21131C57B832}">
      <dgm:prSet phldrT="[Text]"/>
      <dgm:spPr/>
      <dgm:t>
        <a:bodyPr/>
        <a:lstStyle/>
        <a:p>
          <a:r>
            <a:rPr lang="en-GB" dirty="0"/>
            <a:t>Subjects</a:t>
          </a:r>
        </a:p>
      </dgm:t>
    </dgm:pt>
    <dgm:pt modelId="{2CD17835-7AB4-453A-B806-D76787681551}" type="parTrans" cxnId="{F97F1AA2-EE78-48C0-9E96-B3CAF4C34F89}">
      <dgm:prSet/>
      <dgm:spPr/>
      <dgm:t>
        <a:bodyPr/>
        <a:lstStyle/>
        <a:p>
          <a:endParaRPr lang="en-GB"/>
        </a:p>
      </dgm:t>
    </dgm:pt>
    <dgm:pt modelId="{76A27EF2-C5EB-40CF-AE25-646C77D6C98F}" type="sibTrans" cxnId="{F97F1AA2-EE78-48C0-9E96-B3CAF4C34F89}">
      <dgm:prSet/>
      <dgm:spPr/>
      <dgm:t>
        <a:bodyPr/>
        <a:lstStyle/>
        <a:p>
          <a:endParaRPr lang="en-GB"/>
        </a:p>
      </dgm:t>
    </dgm:pt>
    <dgm:pt modelId="{B71BA17D-BFE1-488C-A09E-C39F5C1A86F7}">
      <dgm:prSet phldrT="[Text]"/>
      <dgm:spPr/>
      <dgm:t>
        <a:bodyPr/>
        <a:lstStyle/>
        <a:p>
          <a:r>
            <a:rPr lang="en-GB" dirty="0"/>
            <a:t>Timetable</a:t>
          </a:r>
        </a:p>
      </dgm:t>
    </dgm:pt>
    <dgm:pt modelId="{90E3AC37-DD85-4BA3-991E-01D73E464428}" type="parTrans" cxnId="{B7E14737-B0C4-4B46-BE47-C2D3AD24D9B8}">
      <dgm:prSet/>
      <dgm:spPr/>
      <dgm:t>
        <a:bodyPr/>
        <a:lstStyle/>
        <a:p>
          <a:endParaRPr lang="en-GB"/>
        </a:p>
      </dgm:t>
    </dgm:pt>
    <dgm:pt modelId="{6EA430A1-AC63-4DC6-AF14-58166C9BA221}" type="sibTrans" cxnId="{B7E14737-B0C4-4B46-BE47-C2D3AD24D9B8}">
      <dgm:prSet/>
      <dgm:spPr/>
      <dgm:t>
        <a:bodyPr/>
        <a:lstStyle/>
        <a:p>
          <a:endParaRPr lang="en-GB"/>
        </a:p>
      </dgm:t>
    </dgm:pt>
    <dgm:pt modelId="{E2CEC090-9F2D-44BB-9151-4E9F957D534B}">
      <dgm:prSet phldrT="[Text]"/>
      <dgm:spPr>
        <a:solidFill>
          <a:schemeClr val="accent5"/>
        </a:solidFill>
      </dgm:spPr>
      <dgm:t>
        <a:bodyPr/>
        <a:lstStyle/>
        <a:p>
          <a:r>
            <a:rPr lang="en-GB" dirty="0" err="1"/>
            <a:t>UserID</a:t>
          </a:r>
          <a:endParaRPr lang="en-GB" dirty="0"/>
        </a:p>
      </dgm:t>
    </dgm:pt>
    <dgm:pt modelId="{A1665A1C-FAE0-479D-89E5-5B91A24A1189}" type="parTrans" cxnId="{218EC21B-1A27-437D-9E18-B62C32B3CE70}">
      <dgm:prSet/>
      <dgm:spPr/>
      <dgm:t>
        <a:bodyPr/>
        <a:lstStyle/>
        <a:p>
          <a:endParaRPr lang="en-GB"/>
        </a:p>
      </dgm:t>
    </dgm:pt>
    <dgm:pt modelId="{531F46EA-D3CB-402B-AD1A-C11973E5BA9A}" type="sibTrans" cxnId="{218EC21B-1A27-437D-9E18-B62C32B3CE70}">
      <dgm:prSet/>
      <dgm:spPr/>
      <dgm:t>
        <a:bodyPr/>
        <a:lstStyle/>
        <a:p>
          <a:endParaRPr lang="en-GB"/>
        </a:p>
      </dgm:t>
    </dgm:pt>
    <dgm:pt modelId="{0D004C91-FA29-442C-9979-4E2F834C8811}">
      <dgm:prSet phldrT="[Text]"/>
      <dgm:spPr/>
      <dgm:t>
        <a:bodyPr/>
        <a:lstStyle/>
        <a:p>
          <a:r>
            <a:rPr lang="en-GB" dirty="0"/>
            <a:t>FirstName</a:t>
          </a:r>
        </a:p>
      </dgm:t>
    </dgm:pt>
    <dgm:pt modelId="{8A7895C4-4756-49A2-A52C-6F9CDA99339C}" type="parTrans" cxnId="{91F0C498-3733-4304-BCB8-F80B4C59EF46}">
      <dgm:prSet/>
      <dgm:spPr/>
      <dgm:t>
        <a:bodyPr/>
        <a:lstStyle/>
        <a:p>
          <a:endParaRPr lang="en-GB"/>
        </a:p>
      </dgm:t>
    </dgm:pt>
    <dgm:pt modelId="{288863FB-46EF-4771-A62A-8CB4E69FC426}" type="sibTrans" cxnId="{91F0C498-3733-4304-BCB8-F80B4C59EF46}">
      <dgm:prSet/>
      <dgm:spPr/>
      <dgm:t>
        <a:bodyPr/>
        <a:lstStyle/>
        <a:p>
          <a:endParaRPr lang="en-GB"/>
        </a:p>
      </dgm:t>
    </dgm:pt>
    <dgm:pt modelId="{A7CBFF75-14B6-474D-A670-53420C7572D6}">
      <dgm:prSet phldrT="[Text]"/>
      <dgm:spPr/>
      <dgm:t>
        <a:bodyPr/>
        <a:lstStyle/>
        <a:p>
          <a:r>
            <a:rPr lang="en-GB" dirty="0"/>
            <a:t>LastName</a:t>
          </a:r>
        </a:p>
      </dgm:t>
    </dgm:pt>
    <dgm:pt modelId="{6069D308-ECCD-4CE4-B471-3184FB7E9E98}" type="parTrans" cxnId="{DE126EA5-D10E-478E-BBED-57596D61CA4B}">
      <dgm:prSet/>
      <dgm:spPr/>
      <dgm:t>
        <a:bodyPr/>
        <a:lstStyle/>
        <a:p>
          <a:endParaRPr lang="en-GB"/>
        </a:p>
      </dgm:t>
    </dgm:pt>
    <dgm:pt modelId="{43EF0553-3060-4DA7-97DA-C7F315BB5F25}" type="sibTrans" cxnId="{DE126EA5-D10E-478E-BBED-57596D61CA4B}">
      <dgm:prSet/>
      <dgm:spPr/>
      <dgm:t>
        <a:bodyPr/>
        <a:lstStyle/>
        <a:p>
          <a:endParaRPr lang="en-GB"/>
        </a:p>
      </dgm:t>
    </dgm:pt>
    <dgm:pt modelId="{83CD0D25-9A56-405E-A607-4A1E992D11C2}">
      <dgm:prSet phldrT="[Text]"/>
      <dgm:spPr/>
      <dgm:t>
        <a:bodyPr/>
        <a:lstStyle/>
        <a:p>
          <a:r>
            <a:rPr lang="en-GB" dirty="0" err="1"/>
            <a:t>SchoolEmail</a:t>
          </a:r>
          <a:endParaRPr lang="en-GB" dirty="0"/>
        </a:p>
      </dgm:t>
    </dgm:pt>
    <dgm:pt modelId="{E328ADD2-FAF0-4376-BD1B-29E1F0FEBD3F}" type="parTrans" cxnId="{0B4D3FA0-8601-4C43-BCB6-3A7DBBD26D95}">
      <dgm:prSet/>
      <dgm:spPr/>
      <dgm:t>
        <a:bodyPr/>
        <a:lstStyle/>
        <a:p>
          <a:endParaRPr lang="en-GB"/>
        </a:p>
      </dgm:t>
    </dgm:pt>
    <dgm:pt modelId="{52FED44B-5ED5-483E-B29E-E798AA8A0984}" type="sibTrans" cxnId="{0B4D3FA0-8601-4C43-BCB6-3A7DBBD26D95}">
      <dgm:prSet/>
      <dgm:spPr/>
      <dgm:t>
        <a:bodyPr/>
        <a:lstStyle/>
        <a:p>
          <a:endParaRPr lang="en-GB"/>
        </a:p>
      </dgm:t>
    </dgm:pt>
    <dgm:pt modelId="{C9441247-8803-4A8A-AC90-6383DA1956B7}">
      <dgm:prSet phldrT="[Text]"/>
      <dgm:spPr/>
      <dgm:t>
        <a:bodyPr/>
        <a:lstStyle/>
        <a:p>
          <a:r>
            <a:rPr lang="en-GB" dirty="0" err="1"/>
            <a:t>HomeEmail</a:t>
          </a:r>
          <a:endParaRPr lang="en-GB" dirty="0"/>
        </a:p>
      </dgm:t>
    </dgm:pt>
    <dgm:pt modelId="{41BA1757-113B-4F63-AAAA-F54F8D671453}" type="parTrans" cxnId="{D86A5B03-1585-4138-B31A-72DB4EFFEAFE}">
      <dgm:prSet/>
      <dgm:spPr/>
      <dgm:t>
        <a:bodyPr/>
        <a:lstStyle/>
        <a:p>
          <a:endParaRPr lang="en-GB"/>
        </a:p>
      </dgm:t>
    </dgm:pt>
    <dgm:pt modelId="{F137AC65-BF3D-4B40-B760-E7CFDD51B05A}" type="sibTrans" cxnId="{D86A5B03-1585-4138-B31A-72DB4EFFEAFE}">
      <dgm:prSet/>
      <dgm:spPr/>
      <dgm:t>
        <a:bodyPr/>
        <a:lstStyle/>
        <a:p>
          <a:endParaRPr lang="en-GB"/>
        </a:p>
      </dgm:t>
    </dgm:pt>
    <dgm:pt modelId="{791EDE9F-8BB6-42CF-BD82-B700AD026D14}">
      <dgm:prSet phldrT="[Text]"/>
      <dgm:spPr/>
      <dgm:t>
        <a:bodyPr/>
        <a:lstStyle/>
        <a:p>
          <a:r>
            <a:rPr lang="en-GB" dirty="0"/>
            <a:t>Gender</a:t>
          </a:r>
        </a:p>
      </dgm:t>
    </dgm:pt>
    <dgm:pt modelId="{F84FA26E-5D81-414B-B9BD-4C68637EAC93}" type="parTrans" cxnId="{0C97F821-811B-4B95-9EBB-38841B53DE77}">
      <dgm:prSet/>
      <dgm:spPr/>
      <dgm:t>
        <a:bodyPr/>
        <a:lstStyle/>
        <a:p>
          <a:endParaRPr lang="en-GB"/>
        </a:p>
      </dgm:t>
    </dgm:pt>
    <dgm:pt modelId="{52F938FB-CDD9-45B0-8D13-F076F01ABACD}" type="sibTrans" cxnId="{0C97F821-811B-4B95-9EBB-38841B53DE77}">
      <dgm:prSet/>
      <dgm:spPr/>
      <dgm:t>
        <a:bodyPr/>
        <a:lstStyle/>
        <a:p>
          <a:endParaRPr lang="en-GB"/>
        </a:p>
      </dgm:t>
    </dgm:pt>
    <dgm:pt modelId="{71D01D45-5E54-4DB4-9E2A-6245E95306A6}">
      <dgm:prSet phldrT="[Text]"/>
      <dgm:spPr>
        <a:solidFill>
          <a:schemeClr val="accent3"/>
        </a:solidFill>
      </dgm:spPr>
      <dgm:t>
        <a:bodyPr/>
        <a:lstStyle/>
        <a:p>
          <a:r>
            <a:rPr lang="en-GB" dirty="0" err="1"/>
            <a:t>RoleID</a:t>
          </a:r>
          <a:endParaRPr lang="en-GB" dirty="0"/>
        </a:p>
      </dgm:t>
    </dgm:pt>
    <dgm:pt modelId="{8221FAEB-620C-4EC2-B61B-58C38D2EAFA8}" type="parTrans" cxnId="{78D361A9-737C-46A7-BEC0-17B81B52C0A6}">
      <dgm:prSet/>
      <dgm:spPr/>
      <dgm:t>
        <a:bodyPr/>
        <a:lstStyle/>
        <a:p>
          <a:endParaRPr lang="en-GB"/>
        </a:p>
      </dgm:t>
    </dgm:pt>
    <dgm:pt modelId="{ECBF9BA7-F1EA-4E3A-A737-F33F897E37CD}" type="sibTrans" cxnId="{78D361A9-737C-46A7-BEC0-17B81B52C0A6}">
      <dgm:prSet/>
      <dgm:spPr/>
      <dgm:t>
        <a:bodyPr/>
        <a:lstStyle/>
        <a:p>
          <a:endParaRPr lang="en-GB"/>
        </a:p>
      </dgm:t>
    </dgm:pt>
    <dgm:pt modelId="{FC897097-0C7F-49F9-8942-B06D970B513F}">
      <dgm:prSet phldrT="[Text]"/>
      <dgm:spPr/>
      <dgm:t>
        <a:bodyPr/>
        <a:lstStyle/>
        <a:p>
          <a:r>
            <a:rPr lang="en-GB" dirty="0"/>
            <a:t>Password</a:t>
          </a:r>
        </a:p>
      </dgm:t>
    </dgm:pt>
    <dgm:pt modelId="{F64429C3-991D-4AE3-9AE0-AB30ECAD9561}" type="parTrans" cxnId="{2F15DFEE-79C7-44EF-91AC-B1CB611807D7}">
      <dgm:prSet/>
      <dgm:spPr/>
      <dgm:t>
        <a:bodyPr/>
        <a:lstStyle/>
        <a:p>
          <a:endParaRPr lang="en-GB"/>
        </a:p>
      </dgm:t>
    </dgm:pt>
    <dgm:pt modelId="{985749E6-6DBD-4E3F-8B05-84A058A3815E}" type="sibTrans" cxnId="{2F15DFEE-79C7-44EF-91AC-B1CB611807D7}">
      <dgm:prSet/>
      <dgm:spPr/>
      <dgm:t>
        <a:bodyPr/>
        <a:lstStyle/>
        <a:p>
          <a:endParaRPr lang="en-GB"/>
        </a:p>
      </dgm:t>
    </dgm:pt>
    <dgm:pt modelId="{9068ACA6-D6B0-46FB-877C-D9B0614DE326}">
      <dgm:prSet phldrT="[Text]"/>
      <dgm:spPr/>
      <dgm:t>
        <a:bodyPr/>
        <a:lstStyle/>
        <a:p>
          <a:r>
            <a:rPr lang="en-GB" dirty="0"/>
            <a:t>Image</a:t>
          </a:r>
        </a:p>
      </dgm:t>
    </dgm:pt>
    <dgm:pt modelId="{66D2AFBF-B744-4D0F-A2C0-5CA704AAE0C8}" type="parTrans" cxnId="{0F475724-27CF-4802-95E0-9E15E179C942}">
      <dgm:prSet/>
      <dgm:spPr/>
      <dgm:t>
        <a:bodyPr/>
        <a:lstStyle/>
        <a:p>
          <a:endParaRPr lang="en-GB"/>
        </a:p>
      </dgm:t>
    </dgm:pt>
    <dgm:pt modelId="{9C2429A0-7418-4E89-9C4A-B43345878962}" type="sibTrans" cxnId="{0F475724-27CF-4802-95E0-9E15E179C942}">
      <dgm:prSet/>
      <dgm:spPr/>
      <dgm:t>
        <a:bodyPr/>
        <a:lstStyle/>
        <a:p>
          <a:endParaRPr lang="en-GB"/>
        </a:p>
      </dgm:t>
    </dgm:pt>
    <dgm:pt modelId="{AE865B20-5D28-4D1E-A735-CCDD46ED6EA3}">
      <dgm:prSet phldrT="[Text]"/>
      <dgm:spPr>
        <a:solidFill>
          <a:schemeClr val="accent4"/>
        </a:solidFill>
      </dgm:spPr>
      <dgm:t>
        <a:bodyPr/>
        <a:lstStyle/>
        <a:p>
          <a:r>
            <a:rPr lang="en-GB" dirty="0" err="1"/>
            <a:t>AlterationID</a:t>
          </a:r>
          <a:endParaRPr lang="en-GB" dirty="0"/>
        </a:p>
      </dgm:t>
    </dgm:pt>
    <dgm:pt modelId="{C6507FE7-C913-4CB1-93F7-2924C633DDAE}" type="parTrans" cxnId="{542B984A-6836-4940-96D5-1BD6D2B9920A}">
      <dgm:prSet/>
      <dgm:spPr/>
      <dgm:t>
        <a:bodyPr/>
        <a:lstStyle/>
        <a:p>
          <a:endParaRPr lang="en-GB"/>
        </a:p>
      </dgm:t>
    </dgm:pt>
    <dgm:pt modelId="{2D7778D8-FA96-4AD0-A887-04C8166A6672}" type="sibTrans" cxnId="{542B984A-6836-4940-96D5-1BD6D2B9920A}">
      <dgm:prSet/>
      <dgm:spPr/>
      <dgm:t>
        <a:bodyPr/>
        <a:lstStyle/>
        <a:p>
          <a:endParaRPr lang="en-GB"/>
        </a:p>
      </dgm:t>
    </dgm:pt>
    <dgm:pt modelId="{F9879716-2BC6-4E68-97AF-134ECE6950C5}">
      <dgm:prSet phldrT="[Text]"/>
      <dgm:spPr>
        <a:solidFill>
          <a:schemeClr val="accent5"/>
        </a:solidFill>
      </dgm:spPr>
      <dgm:t>
        <a:bodyPr/>
        <a:lstStyle/>
        <a:p>
          <a:r>
            <a:rPr lang="en-GB" dirty="0" err="1"/>
            <a:t>UserID</a:t>
          </a:r>
          <a:endParaRPr lang="en-GB" dirty="0"/>
        </a:p>
      </dgm:t>
    </dgm:pt>
    <dgm:pt modelId="{928622B1-372F-4FF2-9F00-2434563571F5}" type="parTrans" cxnId="{81C454B2-AC02-40EA-AF45-3A7044933BF0}">
      <dgm:prSet/>
      <dgm:spPr/>
      <dgm:t>
        <a:bodyPr/>
        <a:lstStyle/>
        <a:p>
          <a:endParaRPr lang="en-GB"/>
        </a:p>
      </dgm:t>
    </dgm:pt>
    <dgm:pt modelId="{8F82B8A8-9362-4816-AC9E-60B84CDD4D1F}" type="sibTrans" cxnId="{81C454B2-AC02-40EA-AF45-3A7044933BF0}">
      <dgm:prSet/>
      <dgm:spPr/>
      <dgm:t>
        <a:bodyPr/>
        <a:lstStyle/>
        <a:p>
          <a:endParaRPr lang="en-GB"/>
        </a:p>
      </dgm:t>
    </dgm:pt>
    <dgm:pt modelId="{B605DE7F-9B4F-40BB-A2EB-00FCABAC1018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GB" dirty="0" err="1"/>
            <a:t>LocationID</a:t>
          </a:r>
          <a:endParaRPr lang="en-GB" dirty="0"/>
        </a:p>
      </dgm:t>
    </dgm:pt>
    <dgm:pt modelId="{68EEE74B-6964-4591-913D-9CB0EDAB3421}" type="parTrans" cxnId="{96DCD5B7-8567-40C9-A6F8-36013B9A8194}">
      <dgm:prSet/>
      <dgm:spPr/>
      <dgm:t>
        <a:bodyPr/>
        <a:lstStyle/>
        <a:p>
          <a:endParaRPr lang="en-GB"/>
        </a:p>
      </dgm:t>
    </dgm:pt>
    <dgm:pt modelId="{86E10BF2-FB34-40C9-847B-011BE92CEB1D}" type="sibTrans" cxnId="{96DCD5B7-8567-40C9-A6F8-36013B9A8194}">
      <dgm:prSet/>
      <dgm:spPr/>
      <dgm:t>
        <a:bodyPr/>
        <a:lstStyle/>
        <a:p>
          <a:endParaRPr lang="en-GB"/>
        </a:p>
      </dgm:t>
    </dgm:pt>
    <dgm:pt modelId="{C4A1B9E9-C2E6-429E-B1F5-58FC456DB3B6}">
      <dgm:prSet phldrT="[Text]"/>
      <dgm:spPr/>
      <dgm:t>
        <a:bodyPr/>
        <a:lstStyle/>
        <a:p>
          <a:r>
            <a:rPr lang="en-GB" dirty="0"/>
            <a:t>Start</a:t>
          </a:r>
        </a:p>
      </dgm:t>
    </dgm:pt>
    <dgm:pt modelId="{F74A6848-4A08-4AE9-A60E-8BB98334B76A}" type="parTrans" cxnId="{A8EBE1FB-AA43-4F90-8C52-47FEEF705CBB}">
      <dgm:prSet/>
      <dgm:spPr/>
      <dgm:t>
        <a:bodyPr/>
        <a:lstStyle/>
        <a:p>
          <a:endParaRPr lang="en-GB"/>
        </a:p>
      </dgm:t>
    </dgm:pt>
    <dgm:pt modelId="{644043FE-38F9-4F45-AF04-A358C420BC3C}" type="sibTrans" cxnId="{A8EBE1FB-AA43-4F90-8C52-47FEEF705CBB}">
      <dgm:prSet/>
      <dgm:spPr/>
      <dgm:t>
        <a:bodyPr/>
        <a:lstStyle/>
        <a:p>
          <a:endParaRPr lang="en-GB"/>
        </a:p>
      </dgm:t>
    </dgm:pt>
    <dgm:pt modelId="{0828DFE2-403D-4CAD-9B84-3AF6DB3EBCC1}">
      <dgm:prSet phldrT="[Text]"/>
      <dgm:spPr/>
      <dgm:t>
        <a:bodyPr/>
        <a:lstStyle/>
        <a:p>
          <a:r>
            <a:rPr lang="en-GB" dirty="0"/>
            <a:t>End</a:t>
          </a:r>
        </a:p>
      </dgm:t>
    </dgm:pt>
    <dgm:pt modelId="{B9AA790A-0348-4337-826D-CB70A4A132DC}" type="parTrans" cxnId="{10D5F9A0-29DA-4B33-9BCD-DB9B71E28F83}">
      <dgm:prSet/>
      <dgm:spPr/>
      <dgm:t>
        <a:bodyPr/>
        <a:lstStyle/>
        <a:p>
          <a:endParaRPr lang="en-GB"/>
        </a:p>
      </dgm:t>
    </dgm:pt>
    <dgm:pt modelId="{FC237BF9-7FF3-44C7-A5CE-B35DE2495519}" type="sibTrans" cxnId="{10D5F9A0-29DA-4B33-9BCD-DB9B71E28F83}">
      <dgm:prSet/>
      <dgm:spPr/>
      <dgm:t>
        <a:bodyPr/>
        <a:lstStyle/>
        <a:p>
          <a:endParaRPr lang="en-GB"/>
        </a:p>
      </dgm:t>
    </dgm:pt>
    <dgm:pt modelId="{3D3C7E7B-4CC8-4148-9AB3-284E6AE159D9}">
      <dgm:prSet phldrT="[Text]"/>
      <dgm:spPr/>
      <dgm:t>
        <a:bodyPr/>
        <a:lstStyle/>
        <a:p>
          <a:r>
            <a:rPr lang="en-GB" dirty="0"/>
            <a:t>Day</a:t>
          </a:r>
        </a:p>
      </dgm:t>
    </dgm:pt>
    <dgm:pt modelId="{C3B6E31D-4363-48B6-80E1-CB22DD3A5E6D}" type="parTrans" cxnId="{98C34169-64A9-4FED-9B94-7C986EB432D9}">
      <dgm:prSet/>
      <dgm:spPr/>
      <dgm:t>
        <a:bodyPr/>
        <a:lstStyle/>
        <a:p>
          <a:endParaRPr lang="en-GB"/>
        </a:p>
      </dgm:t>
    </dgm:pt>
    <dgm:pt modelId="{1E413130-73EB-4910-9B6E-FC39A1E6D94E}" type="sibTrans" cxnId="{98C34169-64A9-4FED-9B94-7C986EB432D9}">
      <dgm:prSet/>
      <dgm:spPr/>
      <dgm:t>
        <a:bodyPr/>
        <a:lstStyle/>
        <a:p>
          <a:endParaRPr lang="en-GB"/>
        </a:p>
      </dgm:t>
    </dgm:pt>
    <dgm:pt modelId="{15760399-7026-42D4-A3E0-574DE2BBDC8F}">
      <dgm:prSet phldrT="[Text]"/>
      <dgm:spPr/>
      <dgm:t>
        <a:bodyPr/>
        <a:lstStyle/>
        <a:p>
          <a:r>
            <a:rPr lang="en-GB" dirty="0"/>
            <a:t>Week</a:t>
          </a:r>
        </a:p>
      </dgm:t>
    </dgm:pt>
    <dgm:pt modelId="{5E7414A2-3AF4-4504-B019-82975165765A}" type="parTrans" cxnId="{D531AE9E-A8A6-4BD7-868E-F4D0ADA15ED3}">
      <dgm:prSet/>
      <dgm:spPr/>
      <dgm:t>
        <a:bodyPr/>
        <a:lstStyle/>
        <a:p>
          <a:endParaRPr lang="en-GB"/>
        </a:p>
      </dgm:t>
    </dgm:pt>
    <dgm:pt modelId="{669D6CC9-A9AE-4858-89FF-B334BDA5EADB}" type="sibTrans" cxnId="{D531AE9E-A8A6-4BD7-868E-F4D0ADA15ED3}">
      <dgm:prSet/>
      <dgm:spPr/>
      <dgm:t>
        <a:bodyPr/>
        <a:lstStyle/>
        <a:p>
          <a:endParaRPr lang="en-GB"/>
        </a:p>
      </dgm:t>
    </dgm:pt>
    <dgm:pt modelId="{8C0375BC-6E53-4B35-B7AD-BF1B9943491D}">
      <dgm:prSet phldrT="[Text]"/>
      <dgm:spPr/>
      <dgm:t>
        <a:bodyPr/>
        <a:lstStyle/>
        <a:p>
          <a:r>
            <a:rPr lang="en-GB" dirty="0"/>
            <a:t>Title</a:t>
          </a:r>
        </a:p>
      </dgm:t>
    </dgm:pt>
    <dgm:pt modelId="{84E130CA-6200-4311-A80D-8C23ED970F09}" type="parTrans" cxnId="{77E83B02-D1E7-444C-8AFD-AD7E3CF48736}">
      <dgm:prSet/>
      <dgm:spPr/>
      <dgm:t>
        <a:bodyPr/>
        <a:lstStyle/>
        <a:p>
          <a:endParaRPr lang="en-GB"/>
        </a:p>
      </dgm:t>
    </dgm:pt>
    <dgm:pt modelId="{CC1DE1B9-7256-4D27-9CDD-AE06B9F548AD}" type="sibTrans" cxnId="{77E83B02-D1E7-444C-8AFD-AD7E3CF48736}">
      <dgm:prSet/>
      <dgm:spPr/>
      <dgm:t>
        <a:bodyPr/>
        <a:lstStyle/>
        <a:p>
          <a:endParaRPr lang="en-GB"/>
        </a:p>
      </dgm:t>
    </dgm:pt>
    <dgm:pt modelId="{D547DD33-D3DD-4B9F-A36F-5B7D741B091E}">
      <dgm:prSet phldrT="[Text]"/>
      <dgm:spPr>
        <a:solidFill>
          <a:schemeClr val="accent1"/>
        </a:solidFill>
      </dgm:spPr>
      <dgm:t>
        <a:bodyPr/>
        <a:lstStyle/>
        <a:p>
          <a:r>
            <a:rPr lang="en-GB" dirty="0" err="1"/>
            <a:t>EventID</a:t>
          </a:r>
          <a:endParaRPr lang="en-GB" dirty="0"/>
        </a:p>
      </dgm:t>
    </dgm:pt>
    <dgm:pt modelId="{A58992AB-B68C-44B0-AA7C-A98040323FA0}" type="parTrans" cxnId="{EB759C93-4A2A-46C9-9DEC-A3EC9EE8F994}">
      <dgm:prSet/>
      <dgm:spPr/>
      <dgm:t>
        <a:bodyPr/>
        <a:lstStyle/>
        <a:p>
          <a:endParaRPr lang="en-GB"/>
        </a:p>
      </dgm:t>
    </dgm:pt>
    <dgm:pt modelId="{1B8F5EBC-AA7A-412C-899B-C0CF3D3941DF}" type="sibTrans" cxnId="{EB759C93-4A2A-46C9-9DEC-A3EC9EE8F994}">
      <dgm:prSet/>
      <dgm:spPr/>
      <dgm:t>
        <a:bodyPr/>
        <a:lstStyle/>
        <a:p>
          <a:endParaRPr lang="en-GB"/>
        </a:p>
      </dgm:t>
    </dgm:pt>
    <dgm:pt modelId="{DD5FFCD2-F91B-43B0-BBEE-4D8823374FA2}">
      <dgm:prSet phldrT="[Text]"/>
      <dgm:spPr>
        <a:solidFill>
          <a:schemeClr val="accent1"/>
        </a:solidFill>
      </dgm:spPr>
      <dgm:t>
        <a:bodyPr/>
        <a:lstStyle/>
        <a:p>
          <a:r>
            <a:rPr lang="en-GB" dirty="0" err="1"/>
            <a:t>EventID</a:t>
          </a:r>
          <a:endParaRPr lang="en-GB" dirty="0"/>
        </a:p>
      </dgm:t>
    </dgm:pt>
    <dgm:pt modelId="{1423FEAB-D60E-4C2A-8B71-4EEAC5F87008}" type="parTrans" cxnId="{640A78C8-BD6E-4FA3-8258-CD1076196532}">
      <dgm:prSet/>
      <dgm:spPr/>
      <dgm:t>
        <a:bodyPr/>
        <a:lstStyle/>
        <a:p>
          <a:endParaRPr lang="en-GB"/>
        </a:p>
      </dgm:t>
    </dgm:pt>
    <dgm:pt modelId="{3D302697-8371-4D4B-A8F7-CAD0115A29E2}" type="sibTrans" cxnId="{640A78C8-BD6E-4FA3-8258-CD1076196532}">
      <dgm:prSet/>
      <dgm:spPr/>
      <dgm:t>
        <a:bodyPr/>
        <a:lstStyle/>
        <a:p>
          <a:endParaRPr lang="en-GB"/>
        </a:p>
      </dgm:t>
    </dgm:pt>
    <dgm:pt modelId="{16F21F2C-8163-454D-B1A7-9A0B70D89AAA}">
      <dgm:prSet phldrT="[Text]"/>
      <dgm:spPr/>
      <dgm:t>
        <a:bodyPr/>
        <a:lstStyle/>
        <a:p>
          <a:r>
            <a:rPr lang="en-GB" dirty="0"/>
            <a:t>Types</a:t>
          </a:r>
        </a:p>
      </dgm:t>
    </dgm:pt>
    <dgm:pt modelId="{9A890950-FA1D-487A-9FE9-59BB3460F32C}" type="parTrans" cxnId="{860EF5CA-B3E7-40C2-93F6-66D02600F118}">
      <dgm:prSet/>
      <dgm:spPr/>
      <dgm:t>
        <a:bodyPr/>
        <a:lstStyle/>
        <a:p>
          <a:endParaRPr lang="en-GB"/>
        </a:p>
      </dgm:t>
    </dgm:pt>
    <dgm:pt modelId="{2510A4FA-7EEF-4406-9FBB-CF305B519C35}" type="sibTrans" cxnId="{860EF5CA-B3E7-40C2-93F6-66D02600F118}">
      <dgm:prSet/>
      <dgm:spPr/>
      <dgm:t>
        <a:bodyPr/>
        <a:lstStyle/>
        <a:p>
          <a:endParaRPr lang="en-GB"/>
        </a:p>
      </dgm:t>
    </dgm:pt>
    <dgm:pt modelId="{7D46F392-9CEC-4F3B-AE7A-810EA397CEBC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GB" dirty="0" err="1"/>
            <a:t>LocationID</a:t>
          </a:r>
          <a:endParaRPr lang="en-GB" dirty="0"/>
        </a:p>
      </dgm:t>
    </dgm:pt>
    <dgm:pt modelId="{0E0DA9A2-D559-486D-995A-EF5B154AFCD0}" type="parTrans" cxnId="{16294169-E844-4643-9142-6B43F8B10DF8}">
      <dgm:prSet/>
      <dgm:spPr/>
      <dgm:t>
        <a:bodyPr/>
        <a:lstStyle/>
        <a:p>
          <a:endParaRPr lang="en-GB"/>
        </a:p>
      </dgm:t>
    </dgm:pt>
    <dgm:pt modelId="{A40C1973-A79A-4AD5-AAEB-20A46235BC97}" type="sibTrans" cxnId="{16294169-E844-4643-9142-6B43F8B10DF8}">
      <dgm:prSet/>
      <dgm:spPr/>
      <dgm:t>
        <a:bodyPr/>
        <a:lstStyle/>
        <a:p>
          <a:endParaRPr lang="en-GB"/>
        </a:p>
      </dgm:t>
    </dgm:pt>
    <dgm:pt modelId="{5A73EE35-5D8D-45A5-B19A-E9D2F96C4F89}">
      <dgm:prSet phldrT="[Text]"/>
      <dgm:spPr/>
      <dgm:t>
        <a:bodyPr/>
        <a:lstStyle/>
        <a:p>
          <a:r>
            <a:rPr lang="en-GB" dirty="0" err="1"/>
            <a:t>LocationName</a:t>
          </a:r>
          <a:endParaRPr lang="en-GB" dirty="0"/>
        </a:p>
      </dgm:t>
    </dgm:pt>
    <dgm:pt modelId="{D91D4CC4-1B09-4876-A0AD-B3CD8C7334CC}" type="parTrans" cxnId="{B564E70B-5BC5-4732-A4AC-D3009BE2A196}">
      <dgm:prSet/>
      <dgm:spPr/>
      <dgm:t>
        <a:bodyPr/>
        <a:lstStyle/>
        <a:p>
          <a:endParaRPr lang="en-GB"/>
        </a:p>
      </dgm:t>
    </dgm:pt>
    <dgm:pt modelId="{5074FCAE-E228-4031-B329-25F8DD29067F}" type="sibTrans" cxnId="{B564E70B-5BC5-4732-A4AC-D3009BE2A196}">
      <dgm:prSet/>
      <dgm:spPr/>
      <dgm:t>
        <a:bodyPr/>
        <a:lstStyle/>
        <a:p>
          <a:endParaRPr lang="en-GB"/>
        </a:p>
      </dgm:t>
    </dgm:pt>
    <dgm:pt modelId="{E368D152-6E15-468A-9A45-541FDE114B73}">
      <dgm:prSet phldrT="[Text]"/>
      <dgm:spPr/>
      <dgm:t>
        <a:bodyPr/>
        <a:lstStyle/>
        <a:p>
          <a:r>
            <a:rPr lang="en-GB" dirty="0"/>
            <a:t>Token</a:t>
          </a:r>
        </a:p>
      </dgm:t>
    </dgm:pt>
    <dgm:pt modelId="{C8C68411-4D56-4985-A674-F12084FE2062}" type="parTrans" cxnId="{8650B9D1-DD1A-4F42-9317-8F77528CD519}">
      <dgm:prSet/>
      <dgm:spPr/>
      <dgm:t>
        <a:bodyPr/>
        <a:lstStyle/>
        <a:p>
          <a:endParaRPr lang="en-GB"/>
        </a:p>
      </dgm:t>
    </dgm:pt>
    <dgm:pt modelId="{BC17FF84-16FE-4991-8F41-D82D56E66051}" type="sibTrans" cxnId="{8650B9D1-DD1A-4F42-9317-8F77528CD519}">
      <dgm:prSet/>
      <dgm:spPr/>
      <dgm:t>
        <a:bodyPr/>
        <a:lstStyle/>
        <a:p>
          <a:endParaRPr lang="en-GB"/>
        </a:p>
      </dgm:t>
    </dgm:pt>
    <dgm:pt modelId="{DC8B542C-3295-4468-A097-4E1DF2C83714}">
      <dgm:prSet phldrT="[Text]"/>
      <dgm:spPr>
        <a:solidFill>
          <a:schemeClr val="accent5"/>
        </a:solidFill>
      </dgm:spPr>
      <dgm:t>
        <a:bodyPr/>
        <a:lstStyle/>
        <a:p>
          <a:r>
            <a:rPr lang="en-GB" dirty="0" err="1"/>
            <a:t>UserID</a:t>
          </a:r>
          <a:endParaRPr lang="en-GB" dirty="0"/>
        </a:p>
      </dgm:t>
    </dgm:pt>
    <dgm:pt modelId="{C28DB54A-BC68-4AF9-9822-F41F2D857255}" type="parTrans" cxnId="{241D30AC-345E-4BE6-BC69-D8188E7A9522}">
      <dgm:prSet/>
      <dgm:spPr/>
      <dgm:t>
        <a:bodyPr/>
        <a:lstStyle/>
        <a:p>
          <a:endParaRPr lang="en-GB"/>
        </a:p>
      </dgm:t>
    </dgm:pt>
    <dgm:pt modelId="{2169E5B5-F2AF-4AC6-B75A-1D6CB95686CE}" type="sibTrans" cxnId="{241D30AC-345E-4BE6-BC69-D8188E7A9522}">
      <dgm:prSet/>
      <dgm:spPr/>
      <dgm:t>
        <a:bodyPr/>
        <a:lstStyle/>
        <a:p>
          <a:endParaRPr lang="en-GB"/>
        </a:p>
      </dgm:t>
    </dgm:pt>
    <dgm:pt modelId="{260487AE-C9E4-427E-B5D6-F89C96991017}">
      <dgm:prSet phldrT="[Text]"/>
      <dgm:spPr/>
      <dgm:t>
        <a:bodyPr/>
        <a:lstStyle/>
        <a:p>
          <a:r>
            <a:rPr lang="en-GB" dirty="0"/>
            <a:t>Expiry date</a:t>
          </a:r>
        </a:p>
      </dgm:t>
    </dgm:pt>
    <dgm:pt modelId="{B3C12387-1488-4529-B06E-8F247E3B2FB3}" type="parTrans" cxnId="{78519A38-C024-4F87-8293-A529A7996372}">
      <dgm:prSet/>
      <dgm:spPr/>
      <dgm:t>
        <a:bodyPr/>
        <a:lstStyle/>
        <a:p>
          <a:endParaRPr lang="en-GB"/>
        </a:p>
      </dgm:t>
    </dgm:pt>
    <dgm:pt modelId="{32D0E249-BC10-4AC9-A15F-78A5C9E47B22}" type="sibTrans" cxnId="{78519A38-C024-4F87-8293-A529A7996372}">
      <dgm:prSet/>
      <dgm:spPr/>
      <dgm:t>
        <a:bodyPr/>
        <a:lstStyle/>
        <a:p>
          <a:endParaRPr lang="en-GB"/>
        </a:p>
      </dgm:t>
    </dgm:pt>
    <dgm:pt modelId="{6E42D342-311E-4E06-9360-0AB1637D4A4A}">
      <dgm:prSet phldrT="[Text]"/>
      <dgm:spPr/>
      <dgm:t>
        <a:bodyPr/>
        <a:lstStyle/>
        <a:p>
          <a:r>
            <a:rPr lang="en-GB" dirty="0"/>
            <a:t>Roles</a:t>
          </a:r>
        </a:p>
      </dgm:t>
    </dgm:pt>
    <dgm:pt modelId="{1AA33A3C-00E4-47F8-9F1D-35684C42BE92}" type="parTrans" cxnId="{1C4429DF-70CE-4146-9054-1AC36ADBA348}">
      <dgm:prSet/>
      <dgm:spPr/>
      <dgm:t>
        <a:bodyPr/>
        <a:lstStyle/>
        <a:p>
          <a:endParaRPr lang="en-GB"/>
        </a:p>
      </dgm:t>
    </dgm:pt>
    <dgm:pt modelId="{AD87526A-5B1C-4AC0-9CA2-A36859AAA38A}" type="sibTrans" cxnId="{1C4429DF-70CE-4146-9054-1AC36ADBA348}">
      <dgm:prSet/>
      <dgm:spPr/>
      <dgm:t>
        <a:bodyPr/>
        <a:lstStyle/>
        <a:p>
          <a:endParaRPr lang="en-GB"/>
        </a:p>
      </dgm:t>
    </dgm:pt>
    <dgm:pt modelId="{D7647099-3B1E-4E6C-AD32-4F40C06D54F2}">
      <dgm:prSet phldrT="[Text]"/>
      <dgm:spPr>
        <a:solidFill>
          <a:schemeClr val="accent3"/>
        </a:solidFill>
      </dgm:spPr>
      <dgm:t>
        <a:bodyPr/>
        <a:lstStyle/>
        <a:p>
          <a:r>
            <a:rPr lang="en-GB" dirty="0" err="1"/>
            <a:t>RoleID</a:t>
          </a:r>
          <a:endParaRPr lang="en-GB" dirty="0"/>
        </a:p>
      </dgm:t>
    </dgm:pt>
    <dgm:pt modelId="{C40022D8-8239-4D92-8E6C-2EC284B2DF30}" type="parTrans" cxnId="{F5D6E8F7-D8D4-4963-AF24-8F8FA0E49A8F}">
      <dgm:prSet/>
      <dgm:spPr/>
      <dgm:t>
        <a:bodyPr/>
        <a:lstStyle/>
        <a:p>
          <a:endParaRPr lang="en-GB"/>
        </a:p>
      </dgm:t>
    </dgm:pt>
    <dgm:pt modelId="{6913C3CD-1D6B-43BA-9C90-EB276FC5E728}" type="sibTrans" cxnId="{F5D6E8F7-D8D4-4963-AF24-8F8FA0E49A8F}">
      <dgm:prSet/>
      <dgm:spPr/>
      <dgm:t>
        <a:bodyPr/>
        <a:lstStyle/>
        <a:p>
          <a:endParaRPr lang="en-GB"/>
        </a:p>
      </dgm:t>
    </dgm:pt>
    <dgm:pt modelId="{64EC3753-0C9F-45DB-A2EE-B45275460F15}">
      <dgm:prSet phldrT="[Text]"/>
      <dgm:spPr/>
      <dgm:t>
        <a:bodyPr/>
        <a:lstStyle/>
        <a:p>
          <a:r>
            <a:rPr lang="en-GB" dirty="0" err="1"/>
            <a:t>RoleName</a:t>
          </a:r>
          <a:endParaRPr lang="en-GB" dirty="0"/>
        </a:p>
      </dgm:t>
    </dgm:pt>
    <dgm:pt modelId="{3F1559B6-71EC-49B5-9955-DFDB8F9E56AD}" type="parTrans" cxnId="{7A1C4E32-8071-4D88-AE77-F96C22A95A90}">
      <dgm:prSet/>
      <dgm:spPr/>
      <dgm:t>
        <a:bodyPr/>
        <a:lstStyle/>
        <a:p>
          <a:endParaRPr lang="en-GB"/>
        </a:p>
      </dgm:t>
    </dgm:pt>
    <dgm:pt modelId="{0CF4CD7D-5F43-4660-B449-D838081C5427}" type="sibTrans" cxnId="{7A1C4E32-8071-4D88-AE77-F96C22A95A90}">
      <dgm:prSet/>
      <dgm:spPr/>
      <dgm:t>
        <a:bodyPr/>
        <a:lstStyle/>
        <a:p>
          <a:endParaRPr lang="en-GB"/>
        </a:p>
      </dgm:t>
    </dgm:pt>
    <dgm:pt modelId="{5C2DC02D-A458-452C-859E-8A4674068DEB}">
      <dgm:prSet phldrT="[Text]"/>
      <dgm:spPr>
        <a:solidFill>
          <a:schemeClr val="accent5"/>
        </a:solidFill>
      </dgm:spPr>
      <dgm:t>
        <a:bodyPr/>
        <a:lstStyle/>
        <a:p>
          <a:r>
            <a:rPr lang="en-GB" dirty="0" err="1"/>
            <a:t>UserID</a:t>
          </a:r>
          <a:endParaRPr lang="en-GB" dirty="0"/>
        </a:p>
      </dgm:t>
    </dgm:pt>
    <dgm:pt modelId="{9206825F-2D18-406F-B2D2-729E4795E9E8}" type="parTrans" cxnId="{303E47FD-CE7D-4A3F-8EB6-0E9F591581BC}">
      <dgm:prSet/>
      <dgm:spPr/>
      <dgm:t>
        <a:bodyPr/>
        <a:lstStyle/>
        <a:p>
          <a:endParaRPr lang="en-GB"/>
        </a:p>
      </dgm:t>
    </dgm:pt>
    <dgm:pt modelId="{9E3D8F6B-9431-4D7D-BECF-7F97B68C75C8}" type="sibTrans" cxnId="{303E47FD-CE7D-4A3F-8EB6-0E9F591581BC}">
      <dgm:prSet/>
      <dgm:spPr/>
      <dgm:t>
        <a:bodyPr/>
        <a:lstStyle/>
        <a:p>
          <a:endParaRPr lang="en-GB"/>
        </a:p>
      </dgm:t>
    </dgm:pt>
    <dgm:pt modelId="{6AD5AE6F-B55B-4D06-B383-64668F6A27E9}">
      <dgm:prSet phldrT="[Text]"/>
      <dgm:spPr/>
      <dgm:t>
        <a:bodyPr/>
        <a:lstStyle/>
        <a:p>
          <a:r>
            <a:rPr lang="en-GB" dirty="0"/>
            <a:t>Form</a:t>
          </a:r>
        </a:p>
      </dgm:t>
    </dgm:pt>
    <dgm:pt modelId="{CCD73289-D48F-4ACF-B524-BF97F7948BE2}" type="parTrans" cxnId="{0053283E-89A1-4CCF-9C4B-E036A0BA483E}">
      <dgm:prSet/>
      <dgm:spPr/>
      <dgm:t>
        <a:bodyPr/>
        <a:lstStyle/>
        <a:p>
          <a:endParaRPr lang="en-GB"/>
        </a:p>
      </dgm:t>
    </dgm:pt>
    <dgm:pt modelId="{48CB35D8-DB44-4CF3-90F6-4FB2B4EB9429}" type="sibTrans" cxnId="{0053283E-89A1-4CCF-9C4B-E036A0BA483E}">
      <dgm:prSet/>
      <dgm:spPr/>
      <dgm:t>
        <a:bodyPr/>
        <a:lstStyle/>
        <a:p>
          <a:endParaRPr lang="en-GB"/>
        </a:p>
      </dgm:t>
    </dgm:pt>
    <dgm:pt modelId="{1597DA93-7C0C-41DB-9E17-7460224EAA92}">
      <dgm:prSet phldrT="[Text]"/>
      <dgm:spPr/>
      <dgm:t>
        <a:bodyPr/>
        <a:lstStyle/>
        <a:p>
          <a:r>
            <a:rPr lang="en-GB" dirty="0"/>
            <a:t>House</a:t>
          </a:r>
        </a:p>
      </dgm:t>
    </dgm:pt>
    <dgm:pt modelId="{A0136BB0-3F0A-42FF-959B-4971E7B6FA59}" type="parTrans" cxnId="{89CA902C-0FD8-4F2F-B557-2DF40355EF86}">
      <dgm:prSet/>
      <dgm:spPr/>
      <dgm:t>
        <a:bodyPr/>
        <a:lstStyle/>
        <a:p>
          <a:endParaRPr lang="en-GB"/>
        </a:p>
      </dgm:t>
    </dgm:pt>
    <dgm:pt modelId="{F3074A87-747D-4FD5-A2A0-7627304A9D07}" type="sibTrans" cxnId="{89CA902C-0FD8-4F2F-B557-2DF40355EF86}">
      <dgm:prSet/>
      <dgm:spPr/>
      <dgm:t>
        <a:bodyPr/>
        <a:lstStyle/>
        <a:p>
          <a:endParaRPr lang="en-GB"/>
        </a:p>
      </dgm:t>
    </dgm:pt>
    <dgm:pt modelId="{58D4F507-6EBC-40A5-9692-744C57D8807D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GB" dirty="0" err="1"/>
            <a:t>TimetableID</a:t>
          </a:r>
          <a:endParaRPr lang="en-GB" dirty="0"/>
        </a:p>
      </dgm:t>
    </dgm:pt>
    <dgm:pt modelId="{E732C3BD-5E69-48A4-89F8-FC2B131D95AA}" type="parTrans" cxnId="{7F676EC6-A572-4A5C-BB1A-4CC41E441416}">
      <dgm:prSet/>
      <dgm:spPr/>
      <dgm:t>
        <a:bodyPr/>
        <a:lstStyle/>
        <a:p>
          <a:endParaRPr lang="en-GB"/>
        </a:p>
      </dgm:t>
    </dgm:pt>
    <dgm:pt modelId="{6ED16B3C-294A-474C-8442-5DB3E2F0ADC1}" type="sibTrans" cxnId="{7F676EC6-A572-4A5C-BB1A-4CC41E441416}">
      <dgm:prSet/>
      <dgm:spPr/>
      <dgm:t>
        <a:bodyPr/>
        <a:lstStyle/>
        <a:p>
          <a:endParaRPr lang="en-GB"/>
        </a:p>
      </dgm:t>
    </dgm:pt>
    <dgm:pt modelId="{03DA4889-AF22-4446-A92C-28FA80ABD1F6}">
      <dgm:prSet phldrT="[Text]"/>
      <dgm:spPr>
        <a:solidFill>
          <a:schemeClr val="accent4"/>
        </a:solidFill>
      </dgm:spPr>
      <dgm:t>
        <a:bodyPr/>
        <a:lstStyle/>
        <a:p>
          <a:r>
            <a:rPr lang="en-GB" dirty="0" err="1"/>
            <a:t>AlterationID</a:t>
          </a:r>
          <a:endParaRPr lang="en-GB" dirty="0"/>
        </a:p>
      </dgm:t>
    </dgm:pt>
    <dgm:pt modelId="{2EC377FF-DA6A-4982-92A2-48FE57502807}" type="parTrans" cxnId="{E23D14F7-CF7A-4A59-8947-4B624B5A6DB0}">
      <dgm:prSet/>
      <dgm:spPr/>
      <dgm:t>
        <a:bodyPr/>
        <a:lstStyle/>
        <a:p>
          <a:endParaRPr lang="en-GB"/>
        </a:p>
      </dgm:t>
    </dgm:pt>
    <dgm:pt modelId="{2A405271-58C7-4702-BA09-9BABAC632A16}" type="sibTrans" cxnId="{E23D14F7-CF7A-4A59-8947-4B624B5A6DB0}">
      <dgm:prSet/>
      <dgm:spPr/>
      <dgm:t>
        <a:bodyPr/>
        <a:lstStyle/>
        <a:p>
          <a:endParaRPr lang="en-GB"/>
        </a:p>
      </dgm:t>
    </dgm:pt>
    <dgm:pt modelId="{E95A5B67-AEFA-4440-812B-673D5D782D5F}">
      <dgm:prSet phldrT="[Text]"/>
      <dgm:spPr/>
      <dgm:t>
        <a:bodyPr/>
        <a:lstStyle/>
        <a:p>
          <a:r>
            <a:rPr lang="en-GB" dirty="0"/>
            <a:t>Year</a:t>
          </a:r>
        </a:p>
      </dgm:t>
    </dgm:pt>
    <dgm:pt modelId="{C5D60E17-FA95-41AD-BFE0-9254722B8FD9}" type="parTrans" cxnId="{77A47068-A48B-4C6E-97EC-DEB1D36AA468}">
      <dgm:prSet/>
      <dgm:spPr/>
      <dgm:t>
        <a:bodyPr/>
        <a:lstStyle/>
        <a:p>
          <a:endParaRPr lang="en-GB"/>
        </a:p>
      </dgm:t>
    </dgm:pt>
    <dgm:pt modelId="{45DD6D9D-7055-4FBA-BC98-CFC23BCFDB3F}" type="sibTrans" cxnId="{77A47068-A48B-4C6E-97EC-DEB1D36AA468}">
      <dgm:prSet/>
      <dgm:spPr/>
      <dgm:t>
        <a:bodyPr/>
        <a:lstStyle/>
        <a:p>
          <a:endParaRPr lang="en-GB"/>
        </a:p>
      </dgm:t>
    </dgm:pt>
    <dgm:pt modelId="{C8E9275B-95CA-46C9-9D0C-55F5178C26DA}">
      <dgm:prSet phldrT="[Text]"/>
      <dgm:spPr>
        <a:solidFill>
          <a:schemeClr val="tx2">
            <a:lumMod val="25000"/>
            <a:lumOff val="75000"/>
          </a:schemeClr>
        </a:solidFill>
      </dgm:spPr>
      <dgm:t>
        <a:bodyPr/>
        <a:lstStyle/>
        <a:p>
          <a:r>
            <a:rPr lang="en-GB" dirty="0" err="1"/>
            <a:t>SubjectID</a:t>
          </a:r>
          <a:endParaRPr lang="en-GB" dirty="0"/>
        </a:p>
      </dgm:t>
    </dgm:pt>
    <dgm:pt modelId="{F28FAFCB-896B-4A46-93D7-6D631E8F61D5}" type="parTrans" cxnId="{56960DEC-A1D9-435A-BF83-D80F16434363}">
      <dgm:prSet/>
      <dgm:spPr/>
      <dgm:t>
        <a:bodyPr/>
        <a:lstStyle/>
        <a:p>
          <a:endParaRPr lang="en-GB"/>
        </a:p>
      </dgm:t>
    </dgm:pt>
    <dgm:pt modelId="{EC615E52-7C9F-4CE4-9EF8-80D3B24862C8}" type="sibTrans" cxnId="{56960DEC-A1D9-435A-BF83-D80F16434363}">
      <dgm:prSet/>
      <dgm:spPr/>
      <dgm:t>
        <a:bodyPr/>
        <a:lstStyle/>
        <a:p>
          <a:endParaRPr lang="en-GB"/>
        </a:p>
      </dgm:t>
    </dgm:pt>
    <dgm:pt modelId="{6798FF78-B509-4896-BF82-ABDD5FDBC12F}">
      <dgm:prSet phldrT="[Text]"/>
      <dgm:spPr/>
      <dgm:t>
        <a:bodyPr/>
        <a:lstStyle/>
        <a:p>
          <a:r>
            <a:rPr lang="en-GB" dirty="0"/>
            <a:t>Name</a:t>
          </a:r>
        </a:p>
      </dgm:t>
    </dgm:pt>
    <dgm:pt modelId="{9B3DFFE2-A80E-46EF-89FF-A63838F6C94C}" type="parTrans" cxnId="{1A430700-2545-4F0E-8CB9-4EEF85394429}">
      <dgm:prSet/>
      <dgm:spPr/>
      <dgm:t>
        <a:bodyPr/>
        <a:lstStyle/>
        <a:p>
          <a:endParaRPr lang="en-GB"/>
        </a:p>
      </dgm:t>
    </dgm:pt>
    <dgm:pt modelId="{6213B203-74E4-4536-BBBC-CEF8740F91D2}" type="sibTrans" cxnId="{1A430700-2545-4F0E-8CB9-4EEF85394429}">
      <dgm:prSet/>
      <dgm:spPr/>
      <dgm:t>
        <a:bodyPr/>
        <a:lstStyle/>
        <a:p>
          <a:endParaRPr lang="en-GB"/>
        </a:p>
      </dgm:t>
    </dgm:pt>
    <dgm:pt modelId="{878C280D-1283-434C-89F6-07881A706581}">
      <dgm:prSet phldrT="[Text]"/>
      <dgm:spPr>
        <a:solidFill>
          <a:schemeClr val="accent5"/>
        </a:solidFill>
      </dgm:spPr>
      <dgm:t>
        <a:bodyPr/>
        <a:lstStyle/>
        <a:p>
          <a:r>
            <a:rPr lang="en-GB" dirty="0" err="1"/>
            <a:t>UserID</a:t>
          </a:r>
          <a:endParaRPr lang="en-GB" dirty="0"/>
        </a:p>
      </dgm:t>
    </dgm:pt>
    <dgm:pt modelId="{5DD8AA6F-C004-425D-93BC-81DEAA5332B6}" type="parTrans" cxnId="{BFE795C8-5F41-4763-BC1C-959272485717}">
      <dgm:prSet/>
      <dgm:spPr/>
      <dgm:t>
        <a:bodyPr/>
        <a:lstStyle/>
        <a:p>
          <a:endParaRPr lang="en-GB"/>
        </a:p>
      </dgm:t>
    </dgm:pt>
    <dgm:pt modelId="{904035AA-60CE-495B-BEDE-71DD236B7A2E}" type="sibTrans" cxnId="{BFE795C8-5F41-4763-BC1C-959272485717}">
      <dgm:prSet/>
      <dgm:spPr/>
      <dgm:t>
        <a:bodyPr/>
        <a:lstStyle/>
        <a:p>
          <a:endParaRPr lang="en-GB"/>
        </a:p>
      </dgm:t>
    </dgm:pt>
    <dgm:pt modelId="{C76DD4BC-E8F8-4ACD-80FB-4BBFDF4DEB3F}">
      <dgm:prSet phldrT="[Text]"/>
      <dgm:spPr>
        <a:solidFill>
          <a:schemeClr val="accent1"/>
        </a:solidFill>
      </dgm:spPr>
      <dgm:t>
        <a:bodyPr/>
        <a:lstStyle/>
        <a:p>
          <a:r>
            <a:rPr lang="en-GB" dirty="0" err="1"/>
            <a:t>EventID</a:t>
          </a:r>
          <a:endParaRPr lang="en-GB" dirty="0"/>
        </a:p>
      </dgm:t>
    </dgm:pt>
    <dgm:pt modelId="{1078D308-B2F6-42D9-A3B9-811CB04AF5B7}" type="parTrans" cxnId="{8FF77930-905B-4AA7-A6F7-482F31BF2371}">
      <dgm:prSet/>
      <dgm:spPr/>
      <dgm:t>
        <a:bodyPr/>
        <a:lstStyle/>
        <a:p>
          <a:endParaRPr lang="en-GB"/>
        </a:p>
      </dgm:t>
    </dgm:pt>
    <dgm:pt modelId="{1E71E7B6-82CC-4DF5-9E74-6F8EACCB50DA}" type="sibTrans" cxnId="{8FF77930-905B-4AA7-A6F7-482F31BF2371}">
      <dgm:prSet/>
      <dgm:spPr/>
      <dgm:t>
        <a:bodyPr/>
        <a:lstStyle/>
        <a:p>
          <a:endParaRPr lang="en-GB"/>
        </a:p>
      </dgm:t>
    </dgm:pt>
    <dgm:pt modelId="{BA76FAE8-41FB-47DE-8C15-AF333C65A7B3}">
      <dgm:prSet phldrT="[Text]"/>
      <dgm:spPr>
        <a:solidFill>
          <a:schemeClr val="bg2">
            <a:lumMod val="75000"/>
          </a:schemeClr>
        </a:solidFill>
      </dgm:spPr>
      <dgm:t>
        <a:bodyPr/>
        <a:lstStyle/>
        <a:p>
          <a:r>
            <a:rPr lang="en-GB" dirty="0" err="1"/>
            <a:t>TimetableID</a:t>
          </a:r>
          <a:endParaRPr lang="en-GB" dirty="0"/>
        </a:p>
      </dgm:t>
    </dgm:pt>
    <dgm:pt modelId="{638F1B56-E69B-4A31-92BF-D717D95C3564}" type="parTrans" cxnId="{E32F6F5E-D865-452C-90D1-DC7031223454}">
      <dgm:prSet/>
      <dgm:spPr/>
      <dgm:t>
        <a:bodyPr/>
        <a:lstStyle/>
        <a:p>
          <a:endParaRPr lang="en-GB"/>
        </a:p>
      </dgm:t>
    </dgm:pt>
    <dgm:pt modelId="{A3CD833B-1BA9-409D-9011-77E15D86E0FC}" type="sibTrans" cxnId="{E32F6F5E-D865-452C-90D1-DC7031223454}">
      <dgm:prSet/>
      <dgm:spPr/>
      <dgm:t>
        <a:bodyPr/>
        <a:lstStyle/>
        <a:p>
          <a:endParaRPr lang="en-GB"/>
        </a:p>
      </dgm:t>
    </dgm:pt>
    <dgm:pt modelId="{7816F378-2923-43F2-BB23-AE08FE323166}">
      <dgm:prSet phldrT="[Text]"/>
      <dgm:spPr>
        <a:solidFill>
          <a:schemeClr val="accent3">
            <a:lumMod val="60000"/>
            <a:lumOff val="40000"/>
          </a:schemeClr>
        </a:solidFill>
      </dgm:spPr>
      <dgm:t>
        <a:bodyPr/>
        <a:lstStyle/>
        <a:p>
          <a:r>
            <a:rPr lang="en-GB" dirty="0" err="1"/>
            <a:t>LocationID</a:t>
          </a:r>
          <a:endParaRPr lang="en-GB" dirty="0"/>
        </a:p>
      </dgm:t>
    </dgm:pt>
    <dgm:pt modelId="{A889FB44-4465-4AF3-8C24-47316B00577C}" type="parTrans" cxnId="{CF1B2169-0545-444F-BA31-CC73A064EDED}">
      <dgm:prSet/>
      <dgm:spPr/>
      <dgm:t>
        <a:bodyPr/>
        <a:lstStyle/>
        <a:p>
          <a:endParaRPr lang="en-GB"/>
        </a:p>
      </dgm:t>
    </dgm:pt>
    <dgm:pt modelId="{71B4EC94-512D-4A1B-87CC-FDCC529498A2}" type="sibTrans" cxnId="{CF1B2169-0545-444F-BA31-CC73A064EDED}">
      <dgm:prSet/>
      <dgm:spPr/>
      <dgm:t>
        <a:bodyPr/>
        <a:lstStyle/>
        <a:p>
          <a:endParaRPr lang="en-GB"/>
        </a:p>
      </dgm:t>
    </dgm:pt>
    <dgm:pt modelId="{5484ED55-584F-405C-8789-A7BBE9D98DBC}">
      <dgm:prSet phldrT="[Text]"/>
      <dgm:spPr>
        <a:solidFill>
          <a:schemeClr val="tx2">
            <a:lumMod val="25000"/>
            <a:lumOff val="75000"/>
          </a:schemeClr>
        </a:solidFill>
      </dgm:spPr>
      <dgm:t>
        <a:bodyPr/>
        <a:lstStyle/>
        <a:p>
          <a:r>
            <a:rPr lang="en-GB" dirty="0" err="1"/>
            <a:t>SubjectID</a:t>
          </a:r>
          <a:endParaRPr lang="en-GB" dirty="0"/>
        </a:p>
      </dgm:t>
    </dgm:pt>
    <dgm:pt modelId="{D6BD9F2C-C714-4B8B-9AE4-C309A79F188B}" type="parTrans" cxnId="{732ECC56-5EAE-4429-A6C7-197D88EECC31}">
      <dgm:prSet/>
      <dgm:spPr/>
      <dgm:t>
        <a:bodyPr/>
        <a:lstStyle/>
        <a:p>
          <a:endParaRPr lang="en-GB"/>
        </a:p>
      </dgm:t>
    </dgm:pt>
    <dgm:pt modelId="{8C4930D1-F06B-4BD6-8055-4BF780A29E46}" type="sibTrans" cxnId="{732ECC56-5EAE-4429-A6C7-197D88EECC31}">
      <dgm:prSet/>
      <dgm:spPr/>
      <dgm:t>
        <a:bodyPr/>
        <a:lstStyle/>
        <a:p>
          <a:endParaRPr lang="en-GB"/>
        </a:p>
      </dgm:t>
    </dgm:pt>
    <dgm:pt modelId="{3E6549BB-9541-46E3-BE27-276261508F39}">
      <dgm:prSet phldrT="[Text]"/>
      <dgm:spPr/>
      <dgm:t>
        <a:bodyPr/>
        <a:lstStyle/>
        <a:p>
          <a:r>
            <a:rPr lang="en-GB" dirty="0"/>
            <a:t>Start</a:t>
          </a:r>
        </a:p>
      </dgm:t>
    </dgm:pt>
    <dgm:pt modelId="{C5BB0FB4-A274-49FB-887E-44E940BFEA8C}" type="parTrans" cxnId="{BA4E3311-5E67-40D8-86FB-5E3A54DC1125}">
      <dgm:prSet/>
      <dgm:spPr/>
      <dgm:t>
        <a:bodyPr/>
        <a:lstStyle/>
        <a:p>
          <a:endParaRPr lang="en-GB"/>
        </a:p>
      </dgm:t>
    </dgm:pt>
    <dgm:pt modelId="{6FF1C456-6F4C-4212-93D2-BC85B8995994}" type="sibTrans" cxnId="{BA4E3311-5E67-40D8-86FB-5E3A54DC1125}">
      <dgm:prSet/>
      <dgm:spPr/>
      <dgm:t>
        <a:bodyPr/>
        <a:lstStyle/>
        <a:p>
          <a:endParaRPr lang="en-GB"/>
        </a:p>
      </dgm:t>
    </dgm:pt>
    <dgm:pt modelId="{31BA2094-2F8C-414F-9B2D-F9D14868EEC1}">
      <dgm:prSet phldrT="[Text]"/>
      <dgm:spPr/>
      <dgm:t>
        <a:bodyPr/>
        <a:lstStyle/>
        <a:p>
          <a:r>
            <a:rPr lang="en-GB" dirty="0"/>
            <a:t>End</a:t>
          </a:r>
        </a:p>
      </dgm:t>
    </dgm:pt>
    <dgm:pt modelId="{4A7685D0-77FA-4483-AC95-BEECBBA6C63D}" type="parTrans" cxnId="{D4235241-9F49-4979-8DE0-342B9DDBB5EE}">
      <dgm:prSet/>
      <dgm:spPr/>
      <dgm:t>
        <a:bodyPr/>
        <a:lstStyle/>
        <a:p>
          <a:endParaRPr lang="en-GB"/>
        </a:p>
      </dgm:t>
    </dgm:pt>
    <dgm:pt modelId="{64CBAF3D-E983-4516-8A88-F813FF304980}" type="sibTrans" cxnId="{D4235241-9F49-4979-8DE0-342B9DDBB5EE}">
      <dgm:prSet/>
      <dgm:spPr/>
      <dgm:t>
        <a:bodyPr/>
        <a:lstStyle/>
        <a:p>
          <a:endParaRPr lang="en-GB"/>
        </a:p>
      </dgm:t>
    </dgm:pt>
    <dgm:pt modelId="{31D60A8F-FF4E-411E-A7F9-5BBFC4CB4F6F}">
      <dgm:prSet phldrT="[Text]"/>
      <dgm:spPr/>
      <dgm:t>
        <a:bodyPr/>
        <a:lstStyle/>
        <a:p>
          <a:r>
            <a:rPr lang="en-GB" dirty="0"/>
            <a:t>Day</a:t>
          </a:r>
        </a:p>
      </dgm:t>
    </dgm:pt>
    <dgm:pt modelId="{64FC8A06-7640-4096-884A-36B49C0E768B}" type="parTrans" cxnId="{68AE49CE-BEDE-4EBF-A102-E0D5B1E55962}">
      <dgm:prSet/>
      <dgm:spPr/>
      <dgm:t>
        <a:bodyPr/>
        <a:lstStyle/>
        <a:p>
          <a:endParaRPr lang="en-GB"/>
        </a:p>
      </dgm:t>
    </dgm:pt>
    <dgm:pt modelId="{16272FCA-081C-4A0F-8725-443D61534663}" type="sibTrans" cxnId="{68AE49CE-BEDE-4EBF-A102-E0D5B1E55962}">
      <dgm:prSet/>
      <dgm:spPr/>
      <dgm:t>
        <a:bodyPr/>
        <a:lstStyle/>
        <a:p>
          <a:endParaRPr lang="en-GB"/>
        </a:p>
      </dgm:t>
    </dgm:pt>
    <dgm:pt modelId="{7317C372-E8B5-4F53-9D6E-6CCF64AF9524}">
      <dgm:prSet phldrT="[Text]"/>
      <dgm:spPr/>
      <dgm:t>
        <a:bodyPr/>
        <a:lstStyle/>
        <a:p>
          <a:r>
            <a:rPr lang="en-GB" dirty="0"/>
            <a:t>Week</a:t>
          </a:r>
        </a:p>
      </dgm:t>
    </dgm:pt>
    <dgm:pt modelId="{0B27195F-34D2-48DC-BF89-10BE1178C08F}" type="parTrans" cxnId="{19A54549-42E4-4639-9895-539A07CBFBAB}">
      <dgm:prSet/>
      <dgm:spPr/>
      <dgm:t>
        <a:bodyPr/>
        <a:lstStyle/>
        <a:p>
          <a:endParaRPr lang="en-GB"/>
        </a:p>
      </dgm:t>
    </dgm:pt>
    <dgm:pt modelId="{34FA3BA9-1EF4-4999-ACA6-337C9EB17EF6}" type="sibTrans" cxnId="{19A54549-42E4-4639-9895-539A07CBFBAB}">
      <dgm:prSet/>
      <dgm:spPr/>
      <dgm:t>
        <a:bodyPr/>
        <a:lstStyle/>
        <a:p>
          <a:endParaRPr lang="en-GB"/>
        </a:p>
      </dgm:t>
    </dgm:pt>
    <dgm:pt modelId="{C52C1204-505E-4C89-B5A7-BF65DF1103BE}" type="pres">
      <dgm:prSet presAssocID="{76794D97-5CDA-4948-939A-6254DBFE8F2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D98F0DA-3BF2-40C2-BC76-1F4215A9DD87}" type="pres">
      <dgm:prSet presAssocID="{58112276-D6E9-4119-8221-2A4359280B24}" presName="hierRoot1" presStyleCnt="0">
        <dgm:presLayoutVars>
          <dgm:hierBranch val="init"/>
        </dgm:presLayoutVars>
      </dgm:prSet>
      <dgm:spPr/>
    </dgm:pt>
    <dgm:pt modelId="{73124877-BF9F-4F87-A69D-F0875E660070}" type="pres">
      <dgm:prSet presAssocID="{58112276-D6E9-4119-8221-2A4359280B24}" presName="rootComposite1" presStyleCnt="0"/>
      <dgm:spPr/>
    </dgm:pt>
    <dgm:pt modelId="{E64290A4-D270-41B4-A810-0AAF81E55BE7}" type="pres">
      <dgm:prSet presAssocID="{58112276-D6E9-4119-8221-2A4359280B24}" presName="rootText1" presStyleLbl="node0" presStyleIdx="0" presStyleCnt="1">
        <dgm:presLayoutVars>
          <dgm:chPref val="3"/>
        </dgm:presLayoutVars>
      </dgm:prSet>
      <dgm:spPr/>
    </dgm:pt>
    <dgm:pt modelId="{51F571D7-399D-4CD8-9D33-2D770EE30988}" type="pres">
      <dgm:prSet presAssocID="{58112276-D6E9-4119-8221-2A4359280B24}" presName="rootConnector1" presStyleLbl="node1" presStyleIdx="0" presStyleCnt="0"/>
      <dgm:spPr/>
    </dgm:pt>
    <dgm:pt modelId="{1BB8C8C7-3BFD-4D03-80C2-D28F02B87AF0}" type="pres">
      <dgm:prSet presAssocID="{58112276-D6E9-4119-8221-2A4359280B24}" presName="hierChild2" presStyleCnt="0"/>
      <dgm:spPr/>
    </dgm:pt>
    <dgm:pt modelId="{4CD948FE-9318-464F-AC54-E6121CD3B58B}" type="pres">
      <dgm:prSet presAssocID="{CC1389F9-5440-46FF-B6A4-2EE950330E9A}" presName="Name37" presStyleLbl="parChTrans1D2" presStyleIdx="0" presStyleCnt="2"/>
      <dgm:spPr/>
    </dgm:pt>
    <dgm:pt modelId="{A852B44A-E5D2-45B6-9FBD-CA7074582976}" type="pres">
      <dgm:prSet presAssocID="{083AF036-ACF8-40BF-8460-758691430A55}" presName="hierRoot2" presStyleCnt="0">
        <dgm:presLayoutVars>
          <dgm:hierBranch val="init"/>
        </dgm:presLayoutVars>
      </dgm:prSet>
      <dgm:spPr/>
    </dgm:pt>
    <dgm:pt modelId="{938B5832-B12C-4B43-91E0-02493FD6D65A}" type="pres">
      <dgm:prSet presAssocID="{083AF036-ACF8-40BF-8460-758691430A55}" presName="rootComposite" presStyleCnt="0"/>
      <dgm:spPr/>
    </dgm:pt>
    <dgm:pt modelId="{319BC77A-7310-4A6A-B34F-5C21C651AC2B}" type="pres">
      <dgm:prSet presAssocID="{083AF036-ACF8-40BF-8460-758691430A55}" presName="rootText" presStyleLbl="node2" presStyleIdx="0" presStyleCnt="2">
        <dgm:presLayoutVars>
          <dgm:chPref val="3"/>
        </dgm:presLayoutVars>
      </dgm:prSet>
      <dgm:spPr/>
    </dgm:pt>
    <dgm:pt modelId="{6C136CF5-B1A4-488F-9599-C19C552A333E}" type="pres">
      <dgm:prSet presAssocID="{083AF036-ACF8-40BF-8460-758691430A55}" presName="rootConnector" presStyleLbl="node2" presStyleIdx="0" presStyleCnt="2"/>
      <dgm:spPr/>
    </dgm:pt>
    <dgm:pt modelId="{055CCDBF-9906-4F75-B638-E482F43589C0}" type="pres">
      <dgm:prSet presAssocID="{083AF036-ACF8-40BF-8460-758691430A55}" presName="hierChild4" presStyleCnt="0"/>
      <dgm:spPr/>
    </dgm:pt>
    <dgm:pt modelId="{9F8D1535-CB74-4F4C-8AAB-D74FEFAE55F3}" type="pres">
      <dgm:prSet presAssocID="{CA364DD9-8B21-47B9-A651-043A58BB20A8}" presName="Name37" presStyleLbl="parChTrans1D3" presStyleIdx="0" presStyleCnt="11"/>
      <dgm:spPr/>
    </dgm:pt>
    <dgm:pt modelId="{0D7564C6-D503-4602-B456-F1120AC95D1A}" type="pres">
      <dgm:prSet presAssocID="{A1D33583-CE3D-4E95-A65A-433E97C49BD5}" presName="hierRoot2" presStyleCnt="0">
        <dgm:presLayoutVars>
          <dgm:hierBranch val="init"/>
        </dgm:presLayoutVars>
      </dgm:prSet>
      <dgm:spPr/>
    </dgm:pt>
    <dgm:pt modelId="{7ED08A0F-1127-4C63-928E-2A4A49A80F4E}" type="pres">
      <dgm:prSet presAssocID="{A1D33583-CE3D-4E95-A65A-433E97C49BD5}" presName="rootComposite" presStyleCnt="0"/>
      <dgm:spPr/>
    </dgm:pt>
    <dgm:pt modelId="{1C3587E6-0A5F-4C0F-852E-A1CECF015EFB}" type="pres">
      <dgm:prSet presAssocID="{A1D33583-CE3D-4E95-A65A-433E97C49BD5}" presName="rootText" presStyleLbl="node3" presStyleIdx="0" presStyleCnt="11">
        <dgm:presLayoutVars>
          <dgm:chPref val="3"/>
        </dgm:presLayoutVars>
      </dgm:prSet>
      <dgm:spPr/>
    </dgm:pt>
    <dgm:pt modelId="{8675A6CD-6779-467D-BAFF-FB01897AE869}" type="pres">
      <dgm:prSet presAssocID="{A1D33583-CE3D-4E95-A65A-433E97C49BD5}" presName="rootConnector" presStyleLbl="node3" presStyleIdx="0" presStyleCnt="11"/>
      <dgm:spPr/>
    </dgm:pt>
    <dgm:pt modelId="{B2004F7B-B04F-473E-911E-B895053F6735}" type="pres">
      <dgm:prSet presAssocID="{A1D33583-CE3D-4E95-A65A-433E97C49BD5}" presName="hierChild4" presStyleCnt="0"/>
      <dgm:spPr/>
    </dgm:pt>
    <dgm:pt modelId="{6E3CC9F2-0719-4C15-BA51-06F8306E16EA}" type="pres">
      <dgm:prSet presAssocID="{FEBAB82A-C732-4DFD-8338-4E5692EDF154}" presName="Name37" presStyleLbl="parChTrans1D4" presStyleIdx="0" presStyleCnt="46"/>
      <dgm:spPr/>
    </dgm:pt>
    <dgm:pt modelId="{D9F6A4E9-41C5-4924-B253-E0B3EAF4B064}" type="pres">
      <dgm:prSet presAssocID="{00AF4181-AB5C-42A8-ACA4-5597946B4D0D}" presName="hierRoot2" presStyleCnt="0">
        <dgm:presLayoutVars>
          <dgm:hierBranch val="init"/>
        </dgm:presLayoutVars>
      </dgm:prSet>
      <dgm:spPr/>
    </dgm:pt>
    <dgm:pt modelId="{B2D6DC85-F0AF-40FD-AE89-800D7ADC5842}" type="pres">
      <dgm:prSet presAssocID="{00AF4181-AB5C-42A8-ACA4-5597946B4D0D}" presName="rootComposite" presStyleCnt="0"/>
      <dgm:spPr/>
    </dgm:pt>
    <dgm:pt modelId="{3C53FF64-2D04-4362-A27C-7689BF72FFC7}" type="pres">
      <dgm:prSet presAssocID="{00AF4181-AB5C-42A8-ACA4-5597946B4D0D}" presName="rootText" presStyleLbl="node4" presStyleIdx="0" presStyleCnt="46">
        <dgm:presLayoutVars>
          <dgm:chPref val="3"/>
        </dgm:presLayoutVars>
      </dgm:prSet>
      <dgm:spPr/>
    </dgm:pt>
    <dgm:pt modelId="{E19E8BF4-F511-417E-855C-7A30F0CD7F4A}" type="pres">
      <dgm:prSet presAssocID="{00AF4181-AB5C-42A8-ACA4-5597946B4D0D}" presName="rootConnector" presStyleLbl="node4" presStyleIdx="0" presStyleCnt="46"/>
      <dgm:spPr/>
    </dgm:pt>
    <dgm:pt modelId="{19EC20C5-01D8-434D-BA45-F2B1EEB90773}" type="pres">
      <dgm:prSet presAssocID="{00AF4181-AB5C-42A8-ACA4-5597946B4D0D}" presName="hierChild4" presStyleCnt="0"/>
      <dgm:spPr/>
    </dgm:pt>
    <dgm:pt modelId="{BFE113F3-7396-4347-891F-54DED1B274FC}" type="pres">
      <dgm:prSet presAssocID="{00AF4181-AB5C-42A8-ACA4-5597946B4D0D}" presName="hierChild5" presStyleCnt="0"/>
      <dgm:spPr/>
    </dgm:pt>
    <dgm:pt modelId="{41F96D4B-FDF0-495D-8932-C57A506BD285}" type="pres">
      <dgm:prSet presAssocID="{A1D33583-CE3D-4E95-A65A-433E97C49BD5}" presName="hierChild5" presStyleCnt="0"/>
      <dgm:spPr/>
    </dgm:pt>
    <dgm:pt modelId="{993C855B-BC81-4B7C-8A4F-3168BD290744}" type="pres">
      <dgm:prSet presAssocID="{43EF23E4-E0A6-4753-87F2-840C0DA06967}" presName="Name37" presStyleLbl="parChTrans1D3" presStyleIdx="1" presStyleCnt="11"/>
      <dgm:spPr/>
    </dgm:pt>
    <dgm:pt modelId="{D53CA120-A4A1-473A-81FF-783E5A1956C2}" type="pres">
      <dgm:prSet presAssocID="{CF79153C-1B4A-43F7-8249-9B2695D80FD9}" presName="hierRoot2" presStyleCnt="0">
        <dgm:presLayoutVars>
          <dgm:hierBranch val="init"/>
        </dgm:presLayoutVars>
      </dgm:prSet>
      <dgm:spPr/>
    </dgm:pt>
    <dgm:pt modelId="{2DED000E-AC46-4620-9F7F-A85A90AD40DC}" type="pres">
      <dgm:prSet presAssocID="{CF79153C-1B4A-43F7-8249-9B2695D80FD9}" presName="rootComposite" presStyleCnt="0"/>
      <dgm:spPr/>
    </dgm:pt>
    <dgm:pt modelId="{1E2975ED-DED6-4FC8-A304-7CA90C034337}" type="pres">
      <dgm:prSet presAssocID="{CF79153C-1B4A-43F7-8249-9B2695D80FD9}" presName="rootText" presStyleLbl="node3" presStyleIdx="1" presStyleCnt="11">
        <dgm:presLayoutVars>
          <dgm:chPref val="3"/>
        </dgm:presLayoutVars>
      </dgm:prSet>
      <dgm:spPr/>
    </dgm:pt>
    <dgm:pt modelId="{0F425428-61B4-4CC1-8E2C-F8037DD38807}" type="pres">
      <dgm:prSet presAssocID="{CF79153C-1B4A-43F7-8249-9B2695D80FD9}" presName="rootConnector" presStyleLbl="node3" presStyleIdx="1" presStyleCnt="11"/>
      <dgm:spPr/>
    </dgm:pt>
    <dgm:pt modelId="{F962F6E8-B177-4FC6-90A1-B80B366ACBA4}" type="pres">
      <dgm:prSet presAssocID="{CF79153C-1B4A-43F7-8249-9B2695D80FD9}" presName="hierChild4" presStyleCnt="0"/>
      <dgm:spPr/>
    </dgm:pt>
    <dgm:pt modelId="{D954B785-9CA1-49C6-8DC0-39163C2729C2}" type="pres">
      <dgm:prSet presAssocID="{FCE9372D-5D8E-408A-A4DF-27DAF1C7349D}" presName="Name37" presStyleLbl="parChTrans1D4" presStyleIdx="1" presStyleCnt="46"/>
      <dgm:spPr/>
    </dgm:pt>
    <dgm:pt modelId="{3000575D-5651-45D9-ADFE-6B0262B8B1FC}" type="pres">
      <dgm:prSet presAssocID="{009F0CB7-DBAE-4FFE-A2CC-39E906FEC652}" presName="hierRoot2" presStyleCnt="0">
        <dgm:presLayoutVars>
          <dgm:hierBranch val="init"/>
        </dgm:presLayoutVars>
      </dgm:prSet>
      <dgm:spPr/>
    </dgm:pt>
    <dgm:pt modelId="{9E971A5C-D7AB-424B-A6B2-6086BEC3FACB}" type="pres">
      <dgm:prSet presAssocID="{009F0CB7-DBAE-4FFE-A2CC-39E906FEC652}" presName="rootComposite" presStyleCnt="0"/>
      <dgm:spPr/>
    </dgm:pt>
    <dgm:pt modelId="{1B67520F-B14A-4A04-84B2-921A47485257}" type="pres">
      <dgm:prSet presAssocID="{009F0CB7-DBAE-4FFE-A2CC-39E906FEC652}" presName="rootText" presStyleLbl="node4" presStyleIdx="1" presStyleCnt="46">
        <dgm:presLayoutVars>
          <dgm:chPref val="3"/>
        </dgm:presLayoutVars>
      </dgm:prSet>
      <dgm:spPr/>
    </dgm:pt>
    <dgm:pt modelId="{DB4684EE-FBFB-4CAA-84A4-EF321635919A}" type="pres">
      <dgm:prSet presAssocID="{009F0CB7-DBAE-4FFE-A2CC-39E906FEC652}" presName="rootConnector" presStyleLbl="node4" presStyleIdx="1" presStyleCnt="46"/>
      <dgm:spPr/>
    </dgm:pt>
    <dgm:pt modelId="{A96A5CC7-614A-4E17-B038-6FAA8205FE33}" type="pres">
      <dgm:prSet presAssocID="{009F0CB7-DBAE-4FFE-A2CC-39E906FEC652}" presName="hierChild4" presStyleCnt="0"/>
      <dgm:spPr/>
    </dgm:pt>
    <dgm:pt modelId="{D0273BCB-4E9D-4A8E-B7CB-902554405B6F}" type="pres">
      <dgm:prSet presAssocID="{009F0CB7-DBAE-4FFE-A2CC-39E906FEC652}" presName="hierChild5" presStyleCnt="0"/>
      <dgm:spPr/>
    </dgm:pt>
    <dgm:pt modelId="{4EE04453-471C-4683-B707-D9127D233399}" type="pres">
      <dgm:prSet presAssocID="{CF79153C-1B4A-43F7-8249-9B2695D80FD9}" presName="hierChild5" presStyleCnt="0"/>
      <dgm:spPr/>
    </dgm:pt>
    <dgm:pt modelId="{6DF0C1B6-A37A-469C-B85C-44083388249A}" type="pres">
      <dgm:prSet presAssocID="{083AF036-ACF8-40BF-8460-758691430A55}" presName="hierChild5" presStyleCnt="0"/>
      <dgm:spPr/>
    </dgm:pt>
    <dgm:pt modelId="{6A824F88-44C3-4FC8-B00F-A64A7CE189CF}" type="pres">
      <dgm:prSet presAssocID="{3676E10B-4C0A-4066-9A8C-3B73432E263B}" presName="Name37" presStyleLbl="parChTrans1D2" presStyleIdx="1" presStyleCnt="2"/>
      <dgm:spPr/>
    </dgm:pt>
    <dgm:pt modelId="{1FE95AA8-3F79-4A84-B254-25A6D6FC465B}" type="pres">
      <dgm:prSet presAssocID="{115BBF3D-B895-4184-BD93-4AA8935F1D15}" presName="hierRoot2" presStyleCnt="0">
        <dgm:presLayoutVars>
          <dgm:hierBranch val="init"/>
        </dgm:presLayoutVars>
      </dgm:prSet>
      <dgm:spPr/>
    </dgm:pt>
    <dgm:pt modelId="{A06B7D09-55F3-43CA-9923-45413D03B660}" type="pres">
      <dgm:prSet presAssocID="{115BBF3D-B895-4184-BD93-4AA8935F1D15}" presName="rootComposite" presStyleCnt="0"/>
      <dgm:spPr/>
    </dgm:pt>
    <dgm:pt modelId="{687D2B4B-2A7F-4610-B870-1B2B7AF1DEFE}" type="pres">
      <dgm:prSet presAssocID="{115BBF3D-B895-4184-BD93-4AA8935F1D15}" presName="rootText" presStyleLbl="node2" presStyleIdx="1" presStyleCnt="2">
        <dgm:presLayoutVars>
          <dgm:chPref val="3"/>
        </dgm:presLayoutVars>
      </dgm:prSet>
      <dgm:spPr/>
    </dgm:pt>
    <dgm:pt modelId="{BABFBA16-8046-49B8-8565-5EE19DCE0147}" type="pres">
      <dgm:prSet presAssocID="{115BBF3D-B895-4184-BD93-4AA8935F1D15}" presName="rootConnector" presStyleLbl="node2" presStyleIdx="1" presStyleCnt="2"/>
      <dgm:spPr/>
    </dgm:pt>
    <dgm:pt modelId="{7EF5B4B9-1CB0-45E9-A365-C1AF78B4B379}" type="pres">
      <dgm:prSet presAssocID="{115BBF3D-B895-4184-BD93-4AA8935F1D15}" presName="hierChild4" presStyleCnt="0"/>
      <dgm:spPr/>
    </dgm:pt>
    <dgm:pt modelId="{57BC4B5D-7108-4B69-883A-A286FD562639}" type="pres">
      <dgm:prSet presAssocID="{E0399DDB-9231-47B8-B72C-47C8BD7CDB73}" presName="Name37" presStyleLbl="parChTrans1D3" presStyleIdx="2" presStyleCnt="11"/>
      <dgm:spPr/>
    </dgm:pt>
    <dgm:pt modelId="{5D8987A1-243F-41FB-A934-0205B01860EA}" type="pres">
      <dgm:prSet presAssocID="{507FFEF7-0423-49C9-AAD0-284A3B7E6DC9}" presName="hierRoot2" presStyleCnt="0">
        <dgm:presLayoutVars>
          <dgm:hierBranch val="init"/>
        </dgm:presLayoutVars>
      </dgm:prSet>
      <dgm:spPr/>
    </dgm:pt>
    <dgm:pt modelId="{D9B601B8-70F1-4B50-B66A-1936C971A26B}" type="pres">
      <dgm:prSet presAssocID="{507FFEF7-0423-49C9-AAD0-284A3B7E6DC9}" presName="rootComposite" presStyleCnt="0"/>
      <dgm:spPr/>
    </dgm:pt>
    <dgm:pt modelId="{3BD762BA-1654-4AE1-B169-9BA626320D4F}" type="pres">
      <dgm:prSet presAssocID="{507FFEF7-0423-49C9-AAD0-284A3B7E6DC9}" presName="rootText" presStyleLbl="node3" presStyleIdx="2" presStyleCnt="11">
        <dgm:presLayoutVars>
          <dgm:chPref val="3"/>
        </dgm:presLayoutVars>
      </dgm:prSet>
      <dgm:spPr/>
    </dgm:pt>
    <dgm:pt modelId="{EC30183B-BEC8-4EFC-A0A9-31DE68B9286A}" type="pres">
      <dgm:prSet presAssocID="{507FFEF7-0423-49C9-AAD0-284A3B7E6DC9}" presName="rootConnector" presStyleLbl="node3" presStyleIdx="2" presStyleCnt="11"/>
      <dgm:spPr/>
    </dgm:pt>
    <dgm:pt modelId="{A682F1D1-BA1F-49F8-B806-B6884B1CCFCF}" type="pres">
      <dgm:prSet presAssocID="{507FFEF7-0423-49C9-AAD0-284A3B7E6DC9}" presName="hierChild4" presStyleCnt="0"/>
      <dgm:spPr/>
    </dgm:pt>
    <dgm:pt modelId="{B9591FEC-74CD-43C0-8347-1DDD7A1C5147}" type="pres">
      <dgm:prSet presAssocID="{A1665A1C-FAE0-479D-89E5-5B91A24A1189}" presName="Name37" presStyleLbl="parChTrans1D4" presStyleIdx="2" presStyleCnt="46"/>
      <dgm:spPr/>
    </dgm:pt>
    <dgm:pt modelId="{A5AA2783-02C8-4A06-91AD-B75E85C4C929}" type="pres">
      <dgm:prSet presAssocID="{E2CEC090-9F2D-44BB-9151-4E9F957D534B}" presName="hierRoot2" presStyleCnt="0">
        <dgm:presLayoutVars>
          <dgm:hierBranch val="init"/>
        </dgm:presLayoutVars>
      </dgm:prSet>
      <dgm:spPr/>
    </dgm:pt>
    <dgm:pt modelId="{13586CC3-29F4-495E-A87E-D78C178B076E}" type="pres">
      <dgm:prSet presAssocID="{E2CEC090-9F2D-44BB-9151-4E9F957D534B}" presName="rootComposite" presStyleCnt="0"/>
      <dgm:spPr/>
    </dgm:pt>
    <dgm:pt modelId="{F0090C1D-2E21-4EA6-8C12-D435C9AD05E3}" type="pres">
      <dgm:prSet presAssocID="{E2CEC090-9F2D-44BB-9151-4E9F957D534B}" presName="rootText" presStyleLbl="node4" presStyleIdx="2" presStyleCnt="46">
        <dgm:presLayoutVars>
          <dgm:chPref val="3"/>
        </dgm:presLayoutVars>
      </dgm:prSet>
      <dgm:spPr/>
    </dgm:pt>
    <dgm:pt modelId="{6C4DAFA2-1B4C-4A7C-84DA-9E63BA798969}" type="pres">
      <dgm:prSet presAssocID="{E2CEC090-9F2D-44BB-9151-4E9F957D534B}" presName="rootConnector" presStyleLbl="node4" presStyleIdx="2" presStyleCnt="46"/>
      <dgm:spPr/>
    </dgm:pt>
    <dgm:pt modelId="{3D04AA92-5BD7-4DB9-AE1A-9C6D726F434C}" type="pres">
      <dgm:prSet presAssocID="{E2CEC090-9F2D-44BB-9151-4E9F957D534B}" presName="hierChild4" presStyleCnt="0"/>
      <dgm:spPr/>
    </dgm:pt>
    <dgm:pt modelId="{785819D6-8EC5-4228-86AC-5657D97BC6F2}" type="pres">
      <dgm:prSet presAssocID="{E2CEC090-9F2D-44BB-9151-4E9F957D534B}" presName="hierChild5" presStyleCnt="0"/>
      <dgm:spPr/>
    </dgm:pt>
    <dgm:pt modelId="{90793D4A-41B8-4664-A82F-04ED8917AA4A}" type="pres">
      <dgm:prSet presAssocID="{8A7895C4-4756-49A2-A52C-6F9CDA99339C}" presName="Name37" presStyleLbl="parChTrans1D4" presStyleIdx="3" presStyleCnt="46"/>
      <dgm:spPr/>
    </dgm:pt>
    <dgm:pt modelId="{2E8A8033-BE33-43C3-8EDB-4931740D45AE}" type="pres">
      <dgm:prSet presAssocID="{0D004C91-FA29-442C-9979-4E2F834C8811}" presName="hierRoot2" presStyleCnt="0">
        <dgm:presLayoutVars>
          <dgm:hierBranch val="init"/>
        </dgm:presLayoutVars>
      </dgm:prSet>
      <dgm:spPr/>
    </dgm:pt>
    <dgm:pt modelId="{6E96BFA6-BFE1-45FF-8F64-5C9A2AFD156E}" type="pres">
      <dgm:prSet presAssocID="{0D004C91-FA29-442C-9979-4E2F834C8811}" presName="rootComposite" presStyleCnt="0"/>
      <dgm:spPr/>
    </dgm:pt>
    <dgm:pt modelId="{AF79FCDF-CED5-4476-8C8A-46FE446008DA}" type="pres">
      <dgm:prSet presAssocID="{0D004C91-FA29-442C-9979-4E2F834C8811}" presName="rootText" presStyleLbl="node4" presStyleIdx="3" presStyleCnt="46">
        <dgm:presLayoutVars>
          <dgm:chPref val="3"/>
        </dgm:presLayoutVars>
      </dgm:prSet>
      <dgm:spPr/>
    </dgm:pt>
    <dgm:pt modelId="{C2C16224-0E1B-4C22-BB25-F36F6FEB5F9A}" type="pres">
      <dgm:prSet presAssocID="{0D004C91-FA29-442C-9979-4E2F834C8811}" presName="rootConnector" presStyleLbl="node4" presStyleIdx="3" presStyleCnt="46"/>
      <dgm:spPr/>
    </dgm:pt>
    <dgm:pt modelId="{5323E47A-9C48-41EB-B483-B72464D9C837}" type="pres">
      <dgm:prSet presAssocID="{0D004C91-FA29-442C-9979-4E2F834C8811}" presName="hierChild4" presStyleCnt="0"/>
      <dgm:spPr/>
    </dgm:pt>
    <dgm:pt modelId="{D92C2DCC-7663-456D-9CE1-972B2A28E6AB}" type="pres">
      <dgm:prSet presAssocID="{0D004C91-FA29-442C-9979-4E2F834C8811}" presName="hierChild5" presStyleCnt="0"/>
      <dgm:spPr/>
    </dgm:pt>
    <dgm:pt modelId="{0BF9F625-3E3B-4BA6-913B-789E2E2B1D97}" type="pres">
      <dgm:prSet presAssocID="{6069D308-ECCD-4CE4-B471-3184FB7E9E98}" presName="Name37" presStyleLbl="parChTrans1D4" presStyleIdx="4" presStyleCnt="46"/>
      <dgm:spPr/>
    </dgm:pt>
    <dgm:pt modelId="{7B64C837-E46B-4A70-BC24-E59BEB451942}" type="pres">
      <dgm:prSet presAssocID="{A7CBFF75-14B6-474D-A670-53420C7572D6}" presName="hierRoot2" presStyleCnt="0">
        <dgm:presLayoutVars>
          <dgm:hierBranch val="init"/>
        </dgm:presLayoutVars>
      </dgm:prSet>
      <dgm:spPr/>
    </dgm:pt>
    <dgm:pt modelId="{0E51141E-FB3B-432B-9D1D-A05B81742867}" type="pres">
      <dgm:prSet presAssocID="{A7CBFF75-14B6-474D-A670-53420C7572D6}" presName="rootComposite" presStyleCnt="0"/>
      <dgm:spPr/>
    </dgm:pt>
    <dgm:pt modelId="{629B4A1E-0376-4B01-9CF1-C55F90F3E132}" type="pres">
      <dgm:prSet presAssocID="{A7CBFF75-14B6-474D-A670-53420C7572D6}" presName="rootText" presStyleLbl="node4" presStyleIdx="4" presStyleCnt="46">
        <dgm:presLayoutVars>
          <dgm:chPref val="3"/>
        </dgm:presLayoutVars>
      </dgm:prSet>
      <dgm:spPr/>
    </dgm:pt>
    <dgm:pt modelId="{F89AD84A-51E5-4AD4-A730-77DA182DE1FE}" type="pres">
      <dgm:prSet presAssocID="{A7CBFF75-14B6-474D-A670-53420C7572D6}" presName="rootConnector" presStyleLbl="node4" presStyleIdx="4" presStyleCnt="46"/>
      <dgm:spPr/>
    </dgm:pt>
    <dgm:pt modelId="{5FA3BDFA-0A95-4806-B19C-973F24917AA7}" type="pres">
      <dgm:prSet presAssocID="{A7CBFF75-14B6-474D-A670-53420C7572D6}" presName="hierChild4" presStyleCnt="0"/>
      <dgm:spPr/>
    </dgm:pt>
    <dgm:pt modelId="{70FDB825-59E5-436F-8E44-505F4C6F45E0}" type="pres">
      <dgm:prSet presAssocID="{A7CBFF75-14B6-474D-A670-53420C7572D6}" presName="hierChild5" presStyleCnt="0"/>
      <dgm:spPr/>
    </dgm:pt>
    <dgm:pt modelId="{F96BE6CA-3BE7-4107-9C92-F0D74DC25809}" type="pres">
      <dgm:prSet presAssocID="{E328ADD2-FAF0-4376-BD1B-29E1F0FEBD3F}" presName="Name37" presStyleLbl="parChTrans1D4" presStyleIdx="5" presStyleCnt="46"/>
      <dgm:spPr/>
    </dgm:pt>
    <dgm:pt modelId="{3CA3E174-C253-4434-8179-C05B9EC3391C}" type="pres">
      <dgm:prSet presAssocID="{83CD0D25-9A56-405E-A607-4A1E992D11C2}" presName="hierRoot2" presStyleCnt="0">
        <dgm:presLayoutVars>
          <dgm:hierBranch val="init"/>
        </dgm:presLayoutVars>
      </dgm:prSet>
      <dgm:spPr/>
    </dgm:pt>
    <dgm:pt modelId="{E147E709-456B-49C7-824D-D12B59003F84}" type="pres">
      <dgm:prSet presAssocID="{83CD0D25-9A56-405E-A607-4A1E992D11C2}" presName="rootComposite" presStyleCnt="0"/>
      <dgm:spPr/>
    </dgm:pt>
    <dgm:pt modelId="{B131B864-6065-4DC6-9794-EF8D37851B48}" type="pres">
      <dgm:prSet presAssocID="{83CD0D25-9A56-405E-A607-4A1E992D11C2}" presName="rootText" presStyleLbl="node4" presStyleIdx="5" presStyleCnt="46">
        <dgm:presLayoutVars>
          <dgm:chPref val="3"/>
        </dgm:presLayoutVars>
      </dgm:prSet>
      <dgm:spPr/>
    </dgm:pt>
    <dgm:pt modelId="{79E5DEBD-B5B8-4631-9207-6AD0174DF3A6}" type="pres">
      <dgm:prSet presAssocID="{83CD0D25-9A56-405E-A607-4A1E992D11C2}" presName="rootConnector" presStyleLbl="node4" presStyleIdx="5" presStyleCnt="46"/>
      <dgm:spPr/>
    </dgm:pt>
    <dgm:pt modelId="{A9422392-8C78-487E-805F-48B1E473C985}" type="pres">
      <dgm:prSet presAssocID="{83CD0D25-9A56-405E-A607-4A1E992D11C2}" presName="hierChild4" presStyleCnt="0"/>
      <dgm:spPr/>
    </dgm:pt>
    <dgm:pt modelId="{CBE59FD4-04F0-466F-9116-9469443B2A91}" type="pres">
      <dgm:prSet presAssocID="{83CD0D25-9A56-405E-A607-4A1E992D11C2}" presName="hierChild5" presStyleCnt="0"/>
      <dgm:spPr/>
    </dgm:pt>
    <dgm:pt modelId="{85CB3B77-3533-4B53-B5B0-79B0D7904CD9}" type="pres">
      <dgm:prSet presAssocID="{41BA1757-113B-4F63-AAAA-F54F8D671453}" presName="Name37" presStyleLbl="parChTrans1D4" presStyleIdx="6" presStyleCnt="46"/>
      <dgm:spPr/>
    </dgm:pt>
    <dgm:pt modelId="{3BDC89F0-86DC-42B2-96D0-650D20403689}" type="pres">
      <dgm:prSet presAssocID="{C9441247-8803-4A8A-AC90-6383DA1956B7}" presName="hierRoot2" presStyleCnt="0">
        <dgm:presLayoutVars>
          <dgm:hierBranch val="init"/>
        </dgm:presLayoutVars>
      </dgm:prSet>
      <dgm:spPr/>
    </dgm:pt>
    <dgm:pt modelId="{B7988F38-76D3-4C7A-A28B-E98676B77303}" type="pres">
      <dgm:prSet presAssocID="{C9441247-8803-4A8A-AC90-6383DA1956B7}" presName="rootComposite" presStyleCnt="0"/>
      <dgm:spPr/>
    </dgm:pt>
    <dgm:pt modelId="{64FCDED2-CEF4-4A98-986C-F8A1D7024C6C}" type="pres">
      <dgm:prSet presAssocID="{C9441247-8803-4A8A-AC90-6383DA1956B7}" presName="rootText" presStyleLbl="node4" presStyleIdx="6" presStyleCnt="46">
        <dgm:presLayoutVars>
          <dgm:chPref val="3"/>
        </dgm:presLayoutVars>
      </dgm:prSet>
      <dgm:spPr/>
    </dgm:pt>
    <dgm:pt modelId="{4FFF2551-1352-45D1-82F3-DE60B10B672D}" type="pres">
      <dgm:prSet presAssocID="{C9441247-8803-4A8A-AC90-6383DA1956B7}" presName="rootConnector" presStyleLbl="node4" presStyleIdx="6" presStyleCnt="46"/>
      <dgm:spPr/>
    </dgm:pt>
    <dgm:pt modelId="{1D852779-3FF2-437B-BFAB-E3A1A4C3B2DD}" type="pres">
      <dgm:prSet presAssocID="{C9441247-8803-4A8A-AC90-6383DA1956B7}" presName="hierChild4" presStyleCnt="0"/>
      <dgm:spPr/>
    </dgm:pt>
    <dgm:pt modelId="{D850E974-649E-4E65-AC8D-CEA2EA581916}" type="pres">
      <dgm:prSet presAssocID="{C9441247-8803-4A8A-AC90-6383DA1956B7}" presName="hierChild5" presStyleCnt="0"/>
      <dgm:spPr/>
    </dgm:pt>
    <dgm:pt modelId="{541DEF5E-5A9F-4FF7-8F8B-3AECA9AA8E07}" type="pres">
      <dgm:prSet presAssocID="{F84FA26E-5D81-414B-B9BD-4C68637EAC93}" presName="Name37" presStyleLbl="parChTrans1D4" presStyleIdx="7" presStyleCnt="46"/>
      <dgm:spPr/>
    </dgm:pt>
    <dgm:pt modelId="{07F0BC25-92BB-4553-888A-0DB86314511B}" type="pres">
      <dgm:prSet presAssocID="{791EDE9F-8BB6-42CF-BD82-B700AD026D14}" presName="hierRoot2" presStyleCnt="0">
        <dgm:presLayoutVars>
          <dgm:hierBranch val="init"/>
        </dgm:presLayoutVars>
      </dgm:prSet>
      <dgm:spPr/>
    </dgm:pt>
    <dgm:pt modelId="{3FD2CFBF-E612-4788-8C8F-25BB224CDE59}" type="pres">
      <dgm:prSet presAssocID="{791EDE9F-8BB6-42CF-BD82-B700AD026D14}" presName="rootComposite" presStyleCnt="0"/>
      <dgm:spPr/>
    </dgm:pt>
    <dgm:pt modelId="{B1CECBE4-D057-4B7B-BB5A-50A9AD55BDD8}" type="pres">
      <dgm:prSet presAssocID="{791EDE9F-8BB6-42CF-BD82-B700AD026D14}" presName="rootText" presStyleLbl="node4" presStyleIdx="7" presStyleCnt="46">
        <dgm:presLayoutVars>
          <dgm:chPref val="3"/>
        </dgm:presLayoutVars>
      </dgm:prSet>
      <dgm:spPr/>
    </dgm:pt>
    <dgm:pt modelId="{AEACB6C7-5EBB-4E3A-A6A9-8E50C867B2C8}" type="pres">
      <dgm:prSet presAssocID="{791EDE9F-8BB6-42CF-BD82-B700AD026D14}" presName="rootConnector" presStyleLbl="node4" presStyleIdx="7" presStyleCnt="46"/>
      <dgm:spPr/>
    </dgm:pt>
    <dgm:pt modelId="{E3085E22-C96D-4CA9-A37C-19F4415318A2}" type="pres">
      <dgm:prSet presAssocID="{791EDE9F-8BB6-42CF-BD82-B700AD026D14}" presName="hierChild4" presStyleCnt="0"/>
      <dgm:spPr/>
    </dgm:pt>
    <dgm:pt modelId="{A99C1023-27B5-4827-A0C8-A30AF22D0B50}" type="pres">
      <dgm:prSet presAssocID="{791EDE9F-8BB6-42CF-BD82-B700AD026D14}" presName="hierChild5" presStyleCnt="0"/>
      <dgm:spPr/>
    </dgm:pt>
    <dgm:pt modelId="{C8947E06-ED8B-42A7-AB5C-9E6F73A3B1F9}" type="pres">
      <dgm:prSet presAssocID="{8221FAEB-620C-4EC2-B61B-58C38D2EAFA8}" presName="Name37" presStyleLbl="parChTrans1D4" presStyleIdx="8" presStyleCnt="46"/>
      <dgm:spPr/>
    </dgm:pt>
    <dgm:pt modelId="{077570E5-B687-42B4-87DD-33E0C55339D8}" type="pres">
      <dgm:prSet presAssocID="{71D01D45-5E54-4DB4-9E2A-6245E95306A6}" presName="hierRoot2" presStyleCnt="0">
        <dgm:presLayoutVars>
          <dgm:hierBranch val="init"/>
        </dgm:presLayoutVars>
      </dgm:prSet>
      <dgm:spPr/>
    </dgm:pt>
    <dgm:pt modelId="{A8DC33CA-2BEF-4CC6-818F-7F4103582CE3}" type="pres">
      <dgm:prSet presAssocID="{71D01D45-5E54-4DB4-9E2A-6245E95306A6}" presName="rootComposite" presStyleCnt="0"/>
      <dgm:spPr/>
    </dgm:pt>
    <dgm:pt modelId="{2285D8E8-7B49-4CA1-8B08-AF0B180998CF}" type="pres">
      <dgm:prSet presAssocID="{71D01D45-5E54-4DB4-9E2A-6245E95306A6}" presName="rootText" presStyleLbl="node4" presStyleIdx="8" presStyleCnt="46">
        <dgm:presLayoutVars>
          <dgm:chPref val="3"/>
        </dgm:presLayoutVars>
      </dgm:prSet>
      <dgm:spPr/>
    </dgm:pt>
    <dgm:pt modelId="{21E1EDE2-6E09-4E9C-83B2-AC819B527972}" type="pres">
      <dgm:prSet presAssocID="{71D01D45-5E54-4DB4-9E2A-6245E95306A6}" presName="rootConnector" presStyleLbl="node4" presStyleIdx="8" presStyleCnt="46"/>
      <dgm:spPr/>
    </dgm:pt>
    <dgm:pt modelId="{BAF1DB2D-B8A5-4024-8EF0-C9A97FA00F79}" type="pres">
      <dgm:prSet presAssocID="{71D01D45-5E54-4DB4-9E2A-6245E95306A6}" presName="hierChild4" presStyleCnt="0"/>
      <dgm:spPr/>
    </dgm:pt>
    <dgm:pt modelId="{F681B333-8C2F-4056-A182-7698CFAF479A}" type="pres">
      <dgm:prSet presAssocID="{71D01D45-5E54-4DB4-9E2A-6245E95306A6}" presName="hierChild5" presStyleCnt="0"/>
      <dgm:spPr/>
    </dgm:pt>
    <dgm:pt modelId="{79FD8245-0315-4BC0-A4EC-E488AAD86C98}" type="pres">
      <dgm:prSet presAssocID="{F64429C3-991D-4AE3-9AE0-AB30ECAD9561}" presName="Name37" presStyleLbl="parChTrans1D4" presStyleIdx="9" presStyleCnt="46"/>
      <dgm:spPr/>
    </dgm:pt>
    <dgm:pt modelId="{D492B3BF-97E7-4E22-BCFD-64FD2BA03B31}" type="pres">
      <dgm:prSet presAssocID="{FC897097-0C7F-49F9-8942-B06D970B513F}" presName="hierRoot2" presStyleCnt="0">
        <dgm:presLayoutVars>
          <dgm:hierBranch val="init"/>
        </dgm:presLayoutVars>
      </dgm:prSet>
      <dgm:spPr/>
    </dgm:pt>
    <dgm:pt modelId="{D0249C0C-7F82-481A-A2E4-A771636C114A}" type="pres">
      <dgm:prSet presAssocID="{FC897097-0C7F-49F9-8942-B06D970B513F}" presName="rootComposite" presStyleCnt="0"/>
      <dgm:spPr/>
    </dgm:pt>
    <dgm:pt modelId="{E5541974-5231-4771-8115-E7C6C3114E23}" type="pres">
      <dgm:prSet presAssocID="{FC897097-0C7F-49F9-8942-B06D970B513F}" presName="rootText" presStyleLbl="node4" presStyleIdx="9" presStyleCnt="46">
        <dgm:presLayoutVars>
          <dgm:chPref val="3"/>
        </dgm:presLayoutVars>
      </dgm:prSet>
      <dgm:spPr/>
    </dgm:pt>
    <dgm:pt modelId="{3809AA1C-4559-4324-A126-D8CC84C84DDD}" type="pres">
      <dgm:prSet presAssocID="{FC897097-0C7F-49F9-8942-B06D970B513F}" presName="rootConnector" presStyleLbl="node4" presStyleIdx="9" presStyleCnt="46"/>
      <dgm:spPr/>
    </dgm:pt>
    <dgm:pt modelId="{C23F66A1-EA1F-488D-A16F-86815A059DAC}" type="pres">
      <dgm:prSet presAssocID="{FC897097-0C7F-49F9-8942-B06D970B513F}" presName="hierChild4" presStyleCnt="0"/>
      <dgm:spPr/>
    </dgm:pt>
    <dgm:pt modelId="{38C2068B-B717-4993-8D49-B2264A786BF9}" type="pres">
      <dgm:prSet presAssocID="{FC897097-0C7F-49F9-8942-B06D970B513F}" presName="hierChild5" presStyleCnt="0"/>
      <dgm:spPr/>
    </dgm:pt>
    <dgm:pt modelId="{C4108FAE-9773-4BAF-BA1E-2224369A8EB9}" type="pres">
      <dgm:prSet presAssocID="{66D2AFBF-B744-4D0F-A2C0-5CA704AAE0C8}" presName="Name37" presStyleLbl="parChTrans1D4" presStyleIdx="10" presStyleCnt="46"/>
      <dgm:spPr/>
    </dgm:pt>
    <dgm:pt modelId="{229A1B6A-B847-4677-AFC4-795E8EB537A5}" type="pres">
      <dgm:prSet presAssocID="{9068ACA6-D6B0-46FB-877C-D9B0614DE326}" presName="hierRoot2" presStyleCnt="0">
        <dgm:presLayoutVars>
          <dgm:hierBranch val="init"/>
        </dgm:presLayoutVars>
      </dgm:prSet>
      <dgm:spPr/>
    </dgm:pt>
    <dgm:pt modelId="{85AE4CC2-00F5-4422-9725-198BD4272617}" type="pres">
      <dgm:prSet presAssocID="{9068ACA6-D6B0-46FB-877C-D9B0614DE326}" presName="rootComposite" presStyleCnt="0"/>
      <dgm:spPr/>
    </dgm:pt>
    <dgm:pt modelId="{B6B940DC-76C7-4CD4-ABE4-8F2372F4C6D4}" type="pres">
      <dgm:prSet presAssocID="{9068ACA6-D6B0-46FB-877C-D9B0614DE326}" presName="rootText" presStyleLbl="node4" presStyleIdx="10" presStyleCnt="46">
        <dgm:presLayoutVars>
          <dgm:chPref val="3"/>
        </dgm:presLayoutVars>
      </dgm:prSet>
      <dgm:spPr/>
    </dgm:pt>
    <dgm:pt modelId="{DDA99997-33DE-4160-9A93-C886DA41E592}" type="pres">
      <dgm:prSet presAssocID="{9068ACA6-D6B0-46FB-877C-D9B0614DE326}" presName="rootConnector" presStyleLbl="node4" presStyleIdx="10" presStyleCnt="46"/>
      <dgm:spPr/>
    </dgm:pt>
    <dgm:pt modelId="{713CF4AE-1609-4EFB-919E-B647BE0C69D7}" type="pres">
      <dgm:prSet presAssocID="{9068ACA6-D6B0-46FB-877C-D9B0614DE326}" presName="hierChild4" presStyleCnt="0"/>
      <dgm:spPr/>
    </dgm:pt>
    <dgm:pt modelId="{0B2BCAD9-A91C-40C3-9535-43582F292A42}" type="pres">
      <dgm:prSet presAssocID="{9068ACA6-D6B0-46FB-877C-D9B0614DE326}" presName="hierChild5" presStyleCnt="0"/>
      <dgm:spPr/>
    </dgm:pt>
    <dgm:pt modelId="{6240C766-53AD-4402-A966-D2527231C9DD}" type="pres">
      <dgm:prSet presAssocID="{507FFEF7-0423-49C9-AAD0-284A3B7E6DC9}" presName="hierChild5" presStyleCnt="0"/>
      <dgm:spPr/>
    </dgm:pt>
    <dgm:pt modelId="{CBEE6E80-1634-478B-8E73-F4061F70E596}" type="pres">
      <dgm:prSet presAssocID="{EB5E1ED7-6644-4CAD-A84E-A271BF5240B2}" presName="Name37" presStyleLbl="parChTrans1D3" presStyleIdx="3" presStyleCnt="11"/>
      <dgm:spPr/>
    </dgm:pt>
    <dgm:pt modelId="{CEEFB0DD-8399-4738-AF59-A8C3EDD8D917}" type="pres">
      <dgm:prSet presAssocID="{B96F57EA-AB73-444E-AD94-6F2CFD122458}" presName="hierRoot2" presStyleCnt="0">
        <dgm:presLayoutVars>
          <dgm:hierBranch val="init"/>
        </dgm:presLayoutVars>
      </dgm:prSet>
      <dgm:spPr/>
    </dgm:pt>
    <dgm:pt modelId="{0CFF1779-1E4D-473B-9B60-1A1336DE4D0D}" type="pres">
      <dgm:prSet presAssocID="{B96F57EA-AB73-444E-AD94-6F2CFD122458}" presName="rootComposite" presStyleCnt="0"/>
      <dgm:spPr/>
    </dgm:pt>
    <dgm:pt modelId="{379ACE82-AD9B-4B83-A1B6-ED847D5FF660}" type="pres">
      <dgm:prSet presAssocID="{B96F57EA-AB73-444E-AD94-6F2CFD122458}" presName="rootText" presStyleLbl="node3" presStyleIdx="3" presStyleCnt="11">
        <dgm:presLayoutVars>
          <dgm:chPref val="3"/>
        </dgm:presLayoutVars>
      </dgm:prSet>
      <dgm:spPr/>
    </dgm:pt>
    <dgm:pt modelId="{7A22BE9B-A482-4D13-B2A6-D4538ECFB466}" type="pres">
      <dgm:prSet presAssocID="{B96F57EA-AB73-444E-AD94-6F2CFD122458}" presName="rootConnector" presStyleLbl="node3" presStyleIdx="3" presStyleCnt="11"/>
      <dgm:spPr/>
    </dgm:pt>
    <dgm:pt modelId="{75EA3D39-8278-4292-805E-23DE8686A6F9}" type="pres">
      <dgm:prSet presAssocID="{B96F57EA-AB73-444E-AD94-6F2CFD122458}" presName="hierChild4" presStyleCnt="0"/>
      <dgm:spPr/>
    </dgm:pt>
    <dgm:pt modelId="{768ADB2C-D5B7-4E49-B58A-38BC0B766AF8}" type="pres">
      <dgm:prSet presAssocID="{C6507FE7-C913-4CB1-93F7-2924C633DDAE}" presName="Name37" presStyleLbl="parChTrans1D4" presStyleIdx="11" presStyleCnt="46"/>
      <dgm:spPr/>
    </dgm:pt>
    <dgm:pt modelId="{B06EC5B0-7C9F-430F-B40F-95004841B2FC}" type="pres">
      <dgm:prSet presAssocID="{AE865B20-5D28-4D1E-A735-CCDD46ED6EA3}" presName="hierRoot2" presStyleCnt="0">
        <dgm:presLayoutVars>
          <dgm:hierBranch val="init"/>
        </dgm:presLayoutVars>
      </dgm:prSet>
      <dgm:spPr/>
    </dgm:pt>
    <dgm:pt modelId="{E4D31A23-EFD9-4EA9-A62F-E96405D8EEA5}" type="pres">
      <dgm:prSet presAssocID="{AE865B20-5D28-4D1E-A735-CCDD46ED6EA3}" presName="rootComposite" presStyleCnt="0"/>
      <dgm:spPr/>
    </dgm:pt>
    <dgm:pt modelId="{11C0A949-1A33-4BCE-BAEE-0CB9B650C154}" type="pres">
      <dgm:prSet presAssocID="{AE865B20-5D28-4D1E-A735-CCDD46ED6EA3}" presName="rootText" presStyleLbl="node4" presStyleIdx="11" presStyleCnt="46">
        <dgm:presLayoutVars>
          <dgm:chPref val="3"/>
        </dgm:presLayoutVars>
      </dgm:prSet>
      <dgm:spPr/>
    </dgm:pt>
    <dgm:pt modelId="{2022E907-139E-4301-B151-7FAC2D002768}" type="pres">
      <dgm:prSet presAssocID="{AE865B20-5D28-4D1E-A735-CCDD46ED6EA3}" presName="rootConnector" presStyleLbl="node4" presStyleIdx="11" presStyleCnt="46"/>
      <dgm:spPr/>
    </dgm:pt>
    <dgm:pt modelId="{ECD02CF6-66B2-478D-8D10-1C3E180B36AC}" type="pres">
      <dgm:prSet presAssocID="{AE865B20-5D28-4D1E-A735-CCDD46ED6EA3}" presName="hierChild4" presStyleCnt="0"/>
      <dgm:spPr/>
    </dgm:pt>
    <dgm:pt modelId="{5909EBEB-8BAB-4D96-8234-DD2D7FA9515F}" type="pres">
      <dgm:prSet presAssocID="{AE865B20-5D28-4D1E-A735-CCDD46ED6EA3}" presName="hierChild5" presStyleCnt="0"/>
      <dgm:spPr/>
    </dgm:pt>
    <dgm:pt modelId="{023E2474-C9DE-4DE3-B452-4B6432A6D9BE}" type="pres">
      <dgm:prSet presAssocID="{928622B1-372F-4FF2-9F00-2434563571F5}" presName="Name37" presStyleLbl="parChTrans1D4" presStyleIdx="12" presStyleCnt="46"/>
      <dgm:spPr/>
    </dgm:pt>
    <dgm:pt modelId="{14DC721E-3ABC-4863-A964-20B43D31268A}" type="pres">
      <dgm:prSet presAssocID="{F9879716-2BC6-4E68-97AF-134ECE6950C5}" presName="hierRoot2" presStyleCnt="0">
        <dgm:presLayoutVars>
          <dgm:hierBranch val="init"/>
        </dgm:presLayoutVars>
      </dgm:prSet>
      <dgm:spPr/>
    </dgm:pt>
    <dgm:pt modelId="{2F4B2E48-76DB-46D5-8E8A-41BA84E1CC05}" type="pres">
      <dgm:prSet presAssocID="{F9879716-2BC6-4E68-97AF-134ECE6950C5}" presName="rootComposite" presStyleCnt="0"/>
      <dgm:spPr/>
    </dgm:pt>
    <dgm:pt modelId="{E89B09C9-3638-413A-BD2A-ED7F9B980F7C}" type="pres">
      <dgm:prSet presAssocID="{F9879716-2BC6-4E68-97AF-134ECE6950C5}" presName="rootText" presStyleLbl="node4" presStyleIdx="12" presStyleCnt="46">
        <dgm:presLayoutVars>
          <dgm:chPref val="3"/>
        </dgm:presLayoutVars>
      </dgm:prSet>
      <dgm:spPr/>
    </dgm:pt>
    <dgm:pt modelId="{6C4AAF47-9C51-4DE7-BCA3-1908ED813F91}" type="pres">
      <dgm:prSet presAssocID="{F9879716-2BC6-4E68-97AF-134ECE6950C5}" presName="rootConnector" presStyleLbl="node4" presStyleIdx="12" presStyleCnt="46"/>
      <dgm:spPr/>
    </dgm:pt>
    <dgm:pt modelId="{AC8A91D8-A612-49B7-85BC-699EF92B02D5}" type="pres">
      <dgm:prSet presAssocID="{F9879716-2BC6-4E68-97AF-134ECE6950C5}" presName="hierChild4" presStyleCnt="0"/>
      <dgm:spPr/>
    </dgm:pt>
    <dgm:pt modelId="{DB53E60F-6C5A-4903-8896-3E14510E402C}" type="pres">
      <dgm:prSet presAssocID="{F9879716-2BC6-4E68-97AF-134ECE6950C5}" presName="hierChild5" presStyleCnt="0"/>
      <dgm:spPr/>
    </dgm:pt>
    <dgm:pt modelId="{8FB26615-DC8D-4D02-9602-E4A5BBAF1115}" type="pres">
      <dgm:prSet presAssocID="{68EEE74B-6964-4591-913D-9CB0EDAB3421}" presName="Name37" presStyleLbl="parChTrans1D4" presStyleIdx="13" presStyleCnt="46"/>
      <dgm:spPr/>
    </dgm:pt>
    <dgm:pt modelId="{8D40B5DA-D94A-4076-98DF-4354136BA844}" type="pres">
      <dgm:prSet presAssocID="{B605DE7F-9B4F-40BB-A2EB-00FCABAC1018}" presName="hierRoot2" presStyleCnt="0">
        <dgm:presLayoutVars>
          <dgm:hierBranch val="init"/>
        </dgm:presLayoutVars>
      </dgm:prSet>
      <dgm:spPr/>
    </dgm:pt>
    <dgm:pt modelId="{8F9FC3B2-A278-40CB-A101-08A47362CF9F}" type="pres">
      <dgm:prSet presAssocID="{B605DE7F-9B4F-40BB-A2EB-00FCABAC1018}" presName="rootComposite" presStyleCnt="0"/>
      <dgm:spPr/>
    </dgm:pt>
    <dgm:pt modelId="{A9F0A381-1406-43A5-B26A-24EA6284F534}" type="pres">
      <dgm:prSet presAssocID="{B605DE7F-9B4F-40BB-A2EB-00FCABAC1018}" presName="rootText" presStyleLbl="node4" presStyleIdx="13" presStyleCnt="46">
        <dgm:presLayoutVars>
          <dgm:chPref val="3"/>
        </dgm:presLayoutVars>
      </dgm:prSet>
      <dgm:spPr/>
    </dgm:pt>
    <dgm:pt modelId="{DDC6E862-0162-4A4C-9426-8230D7A1D492}" type="pres">
      <dgm:prSet presAssocID="{B605DE7F-9B4F-40BB-A2EB-00FCABAC1018}" presName="rootConnector" presStyleLbl="node4" presStyleIdx="13" presStyleCnt="46"/>
      <dgm:spPr/>
    </dgm:pt>
    <dgm:pt modelId="{DF3DEF31-F26D-4FD9-BFC0-D57ACAC449A3}" type="pres">
      <dgm:prSet presAssocID="{B605DE7F-9B4F-40BB-A2EB-00FCABAC1018}" presName="hierChild4" presStyleCnt="0"/>
      <dgm:spPr/>
    </dgm:pt>
    <dgm:pt modelId="{FFB6CA31-6FFD-4257-B7AE-73E36D467B56}" type="pres">
      <dgm:prSet presAssocID="{B605DE7F-9B4F-40BB-A2EB-00FCABAC1018}" presName="hierChild5" presStyleCnt="0"/>
      <dgm:spPr/>
    </dgm:pt>
    <dgm:pt modelId="{5C74203D-74AC-4132-9E30-98AE2EA0222F}" type="pres">
      <dgm:prSet presAssocID="{F74A6848-4A08-4AE9-A60E-8BB98334B76A}" presName="Name37" presStyleLbl="parChTrans1D4" presStyleIdx="14" presStyleCnt="46"/>
      <dgm:spPr/>
    </dgm:pt>
    <dgm:pt modelId="{3182E0E4-0D31-4FCA-B4FE-0F9D65F14826}" type="pres">
      <dgm:prSet presAssocID="{C4A1B9E9-C2E6-429E-B1F5-58FC456DB3B6}" presName="hierRoot2" presStyleCnt="0">
        <dgm:presLayoutVars>
          <dgm:hierBranch val="init"/>
        </dgm:presLayoutVars>
      </dgm:prSet>
      <dgm:spPr/>
    </dgm:pt>
    <dgm:pt modelId="{DA2B75CC-EE2B-45FF-8D1D-500BCA312BF8}" type="pres">
      <dgm:prSet presAssocID="{C4A1B9E9-C2E6-429E-B1F5-58FC456DB3B6}" presName="rootComposite" presStyleCnt="0"/>
      <dgm:spPr/>
    </dgm:pt>
    <dgm:pt modelId="{E6F79DC1-F8D4-424A-94B3-A0A90D1CABA2}" type="pres">
      <dgm:prSet presAssocID="{C4A1B9E9-C2E6-429E-B1F5-58FC456DB3B6}" presName="rootText" presStyleLbl="node4" presStyleIdx="14" presStyleCnt="46">
        <dgm:presLayoutVars>
          <dgm:chPref val="3"/>
        </dgm:presLayoutVars>
      </dgm:prSet>
      <dgm:spPr/>
    </dgm:pt>
    <dgm:pt modelId="{BA7FC095-27FC-4087-AC29-3D53A3E4C847}" type="pres">
      <dgm:prSet presAssocID="{C4A1B9E9-C2E6-429E-B1F5-58FC456DB3B6}" presName="rootConnector" presStyleLbl="node4" presStyleIdx="14" presStyleCnt="46"/>
      <dgm:spPr/>
    </dgm:pt>
    <dgm:pt modelId="{111C9B27-37F9-4377-B6B3-967607A58D0F}" type="pres">
      <dgm:prSet presAssocID="{C4A1B9E9-C2E6-429E-B1F5-58FC456DB3B6}" presName="hierChild4" presStyleCnt="0"/>
      <dgm:spPr/>
    </dgm:pt>
    <dgm:pt modelId="{FCA0A1BE-ED71-428E-8E06-66E57D4E2FAB}" type="pres">
      <dgm:prSet presAssocID="{C4A1B9E9-C2E6-429E-B1F5-58FC456DB3B6}" presName="hierChild5" presStyleCnt="0"/>
      <dgm:spPr/>
    </dgm:pt>
    <dgm:pt modelId="{C2F62F21-12FB-48CD-BC87-35685A965174}" type="pres">
      <dgm:prSet presAssocID="{B9AA790A-0348-4337-826D-CB70A4A132DC}" presName="Name37" presStyleLbl="parChTrans1D4" presStyleIdx="15" presStyleCnt="46"/>
      <dgm:spPr/>
    </dgm:pt>
    <dgm:pt modelId="{3B84A1F6-D15B-485A-96CC-8535A7EA679F}" type="pres">
      <dgm:prSet presAssocID="{0828DFE2-403D-4CAD-9B84-3AF6DB3EBCC1}" presName="hierRoot2" presStyleCnt="0">
        <dgm:presLayoutVars>
          <dgm:hierBranch val="init"/>
        </dgm:presLayoutVars>
      </dgm:prSet>
      <dgm:spPr/>
    </dgm:pt>
    <dgm:pt modelId="{4B7867CA-77B9-472F-914E-A0A02FE057F1}" type="pres">
      <dgm:prSet presAssocID="{0828DFE2-403D-4CAD-9B84-3AF6DB3EBCC1}" presName="rootComposite" presStyleCnt="0"/>
      <dgm:spPr/>
    </dgm:pt>
    <dgm:pt modelId="{1D90A722-FFB1-4439-B454-C5B4D66410ED}" type="pres">
      <dgm:prSet presAssocID="{0828DFE2-403D-4CAD-9B84-3AF6DB3EBCC1}" presName="rootText" presStyleLbl="node4" presStyleIdx="15" presStyleCnt="46">
        <dgm:presLayoutVars>
          <dgm:chPref val="3"/>
        </dgm:presLayoutVars>
      </dgm:prSet>
      <dgm:spPr/>
    </dgm:pt>
    <dgm:pt modelId="{015EFCFA-FECF-4472-B735-78F90545CE6D}" type="pres">
      <dgm:prSet presAssocID="{0828DFE2-403D-4CAD-9B84-3AF6DB3EBCC1}" presName="rootConnector" presStyleLbl="node4" presStyleIdx="15" presStyleCnt="46"/>
      <dgm:spPr/>
    </dgm:pt>
    <dgm:pt modelId="{F5296150-EE66-4591-B7C5-78A3A0894DFB}" type="pres">
      <dgm:prSet presAssocID="{0828DFE2-403D-4CAD-9B84-3AF6DB3EBCC1}" presName="hierChild4" presStyleCnt="0"/>
      <dgm:spPr/>
    </dgm:pt>
    <dgm:pt modelId="{823471C0-C610-4212-A65E-39DA592481BB}" type="pres">
      <dgm:prSet presAssocID="{0828DFE2-403D-4CAD-9B84-3AF6DB3EBCC1}" presName="hierChild5" presStyleCnt="0"/>
      <dgm:spPr/>
    </dgm:pt>
    <dgm:pt modelId="{3314F525-8C52-44C0-AE7E-D3F8171AFC49}" type="pres">
      <dgm:prSet presAssocID="{C3B6E31D-4363-48B6-80E1-CB22DD3A5E6D}" presName="Name37" presStyleLbl="parChTrans1D4" presStyleIdx="16" presStyleCnt="46"/>
      <dgm:spPr/>
    </dgm:pt>
    <dgm:pt modelId="{9FBD266D-9EF6-4F7C-BFD4-DB879BF893BC}" type="pres">
      <dgm:prSet presAssocID="{3D3C7E7B-4CC8-4148-9AB3-284E6AE159D9}" presName="hierRoot2" presStyleCnt="0">
        <dgm:presLayoutVars>
          <dgm:hierBranch val="init"/>
        </dgm:presLayoutVars>
      </dgm:prSet>
      <dgm:spPr/>
    </dgm:pt>
    <dgm:pt modelId="{FB41F666-AC78-4F43-B13B-ED15D5F9EA57}" type="pres">
      <dgm:prSet presAssocID="{3D3C7E7B-4CC8-4148-9AB3-284E6AE159D9}" presName="rootComposite" presStyleCnt="0"/>
      <dgm:spPr/>
    </dgm:pt>
    <dgm:pt modelId="{A4840236-2E14-4267-81DE-FA2E6B0F8B9B}" type="pres">
      <dgm:prSet presAssocID="{3D3C7E7B-4CC8-4148-9AB3-284E6AE159D9}" presName="rootText" presStyleLbl="node4" presStyleIdx="16" presStyleCnt="46">
        <dgm:presLayoutVars>
          <dgm:chPref val="3"/>
        </dgm:presLayoutVars>
      </dgm:prSet>
      <dgm:spPr/>
    </dgm:pt>
    <dgm:pt modelId="{25FBAFC6-2222-4977-9A55-0C7D9EAE2FD3}" type="pres">
      <dgm:prSet presAssocID="{3D3C7E7B-4CC8-4148-9AB3-284E6AE159D9}" presName="rootConnector" presStyleLbl="node4" presStyleIdx="16" presStyleCnt="46"/>
      <dgm:spPr/>
    </dgm:pt>
    <dgm:pt modelId="{ABF5D308-981E-491D-B4D0-DE660736E2FC}" type="pres">
      <dgm:prSet presAssocID="{3D3C7E7B-4CC8-4148-9AB3-284E6AE159D9}" presName="hierChild4" presStyleCnt="0"/>
      <dgm:spPr/>
    </dgm:pt>
    <dgm:pt modelId="{187CCAF7-84D5-4A1C-95DA-A62AD06B2E22}" type="pres">
      <dgm:prSet presAssocID="{3D3C7E7B-4CC8-4148-9AB3-284E6AE159D9}" presName="hierChild5" presStyleCnt="0"/>
      <dgm:spPr/>
    </dgm:pt>
    <dgm:pt modelId="{43AF2A2E-ABDD-4FA4-A84B-992414E3C0B2}" type="pres">
      <dgm:prSet presAssocID="{5E7414A2-3AF4-4504-B019-82975165765A}" presName="Name37" presStyleLbl="parChTrans1D4" presStyleIdx="17" presStyleCnt="46"/>
      <dgm:spPr/>
    </dgm:pt>
    <dgm:pt modelId="{F10A5018-DB86-43E8-B959-21E43720A0A2}" type="pres">
      <dgm:prSet presAssocID="{15760399-7026-42D4-A3E0-574DE2BBDC8F}" presName="hierRoot2" presStyleCnt="0">
        <dgm:presLayoutVars>
          <dgm:hierBranch val="init"/>
        </dgm:presLayoutVars>
      </dgm:prSet>
      <dgm:spPr/>
    </dgm:pt>
    <dgm:pt modelId="{2154491E-B17F-4FD4-B38A-47F72FB5DD77}" type="pres">
      <dgm:prSet presAssocID="{15760399-7026-42D4-A3E0-574DE2BBDC8F}" presName="rootComposite" presStyleCnt="0"/>
      <dgm:spPr/>
    </dgm:pt>
    <dgm:pt modelId="{38C0921C-2462-44F8-A4EE-557F0C7ABB15}" type="pres">
      <dgm:prSet presAssocID="{15760399-7026-42D4-A3E0-574DE2BBDC8F}" presName="rootText" presStyleLbl="node4" presStyleIdx="17" presStyleCnt="46">
        <dgm:presLayoutVars>
          <dgm:chPref val="3"/>
        </dgm:presLayoutVars>
      </dgm:prSet>
      <dgm:spPr/>
    </dgm:pt>
    <dgm:pt modelId="{4B775DAF-4EF8-4C61-8E27-02AC97B6BF63}" type="pres">
      <dgm:prSet presAssocID="{15760399-7026-42D4-A3E0-574DE2BBDC8F}" presName="rootConnector" presStyleLbl="node4" presStyleIdx="17" presStyleCnt="46"/>
      <dgm:spPr/>
    </dgm:pt>
    <dgm:pt modelId="{A38A75D5-AF2F-4CF5-99D0-74520FBDAA76}" type="pres">
      <dgm:prSet presAssocID="{15760399-7026-42D4-A3E0-574DE2BBDC8F}" presName="hierChild4" presStyleCnt="0"/>
      <dgm:spPr/>
    </dgm:pt>
    <dgm:pt modelId="{E90B4BB0-8EFA-4B8D-9742-326AAA866105}" type="pres">
      <dgm:prSet presAssocID="{15760399-7026-42D4-A3E0-574DE2BBDC8F}" presName="hierChild5" presStyleCnt="0"/>
      <dgm:spPr/>
    </dgm:pt>
    <dgm:pt modelId="{84AA3D6B-22FE-493B-A7E2-5402B66747E6}" type="pres">
      <dgm:prSet presAssocID="{84E130CA-6200-4311-A80D-8C23ED970F09}" presName="Name37" presStyleLbl="parChTrans1D4" presStyleIdx="18" presStyleCnt="46"/>
      <dgm:spPr/>
    </dgm:pt>
    <dgm:pt modelId="{43C13699-4C9A-4EE5-884C-76E8B02A5B15}" type="pres">
      <dgm:prSet presAssocID="{8C0375BC-6E53-4B35-B7AD-BF1B9943491D}" presName="hierRoot2" presStyleCnt="0">
        <dgm:presLayoutVars>
          <dgm:hierBranch val="init"/>
        </dgm:presLayoutVars>
      </dgm:prSet>
      <dgm:spPr/>
    </dgm:pt>
    <dgm:pt modelId="{12003830-4CC7-40AA-B63E-C4DCC3B44013}" type="pres">
      <dgm:prSet presAssocID="{8C0375BC-6E53-4B35-B7AD-BF1B9943491D}" presName="rootComposite" presStyleCnt="0"/>
      <dgm:spPr/>
    </dgm:pt>
    <dgm:pt modelId="{D59F3667-76FF-4800-86DB-E5DD8237B6F7}" type="pres">
      <dgm:prSet presAssocID="{8C0375BC-6E53-4B35-B7AD-BF1B9943491D}" presName="rootText" presStyleLbl="node4" presStyleIdx="18" presStyleCnt="46">
        <dgm:presLayoutVars>
          <dgm:chPref val="3"/>
        </dgm:presLayoutVars>
      </dgm:prSet>
      <dgm:spPr/>
    </dgm:pt>
    <dgm:pt modelId="{C1937231-A1AD-4A77-A54A-B98EC6440836}" type="pres">
      <dgm:prSet presAssocID="{8C0375BC-6E53-4B35-B7AD-BF1B9943491D}" presName="rootConnector" presStyleLbl="node4" presStyleIdx="18" presStyleCnt="46"/>
      <dgm:spPr/>
    </dgm:pt>
    <dgm:pt modelId="{CFDC29AC-E396-4625-8CAA-99A7132996E9}" type="pres">
      <dgm:prSet presAssocID="{8C0375BC-6E53-4B35-B7AD-BF1B9943491D}" presName="hierChild4" presStyleCnt="0"/>
      <dgm:spPr/>
    </dgm:pt>
    <dgm:pt modelId="{2E45CE2F-E8D8-4E31-A575-7D7B2524E4E1}" type="pres">
      <dgm:prSet presAssocID="{8C0375BC-6E53-4B35-B7AD-BF1B9943491D}" presName="hierChild5" presStyleCnt="0"/>
      <dgm:spPr/>
    </dgm:pt>
    <dgm:pt modelId="{5509A9D5-F4CF-46AB-8917-1D926D8D68B1}" type="pres">
      <dgm:prSet presAssocID="{A58992AB-B68C-44B0-AA7C-A98040323FA0}" presName="Name37" presStyleLbl="parChTrans1D4" presStyleIdx="19" presStyleCnt="46"/>
      <dgm:spPr/>
    </dgm:pt>
    <dgm:pt modelId="{46C8B969-5A78-4529-A8DB-B8AD693C6F2F}" type="pres">
      <dgm:prSet presAssocID="{D547DD33-D3DD-4B9F-A36F-5B7D741B091E}" presName="hierRoot2" presStyleCnt="0">
        <dgm:presLayoutVars>
          <dgm:hierBranch val="init"/>
        </dgm:presLayoutVars>
      </dgm:prSet>
      <dgm:spPr/>
    </dgm:pt>
    <dgm:pt modelId="{6023FC77-FACA-49F9-B195-5C65B2B75464}" type="pres">
      <dgm:prSet presAssocID="{D547DD33-D3DD-4B9F-A36F-5B7D741B091E}" presName="rootComposite" presStyleCnt="0"/>
      <dgm:spPr/>
    </dgm:pt>
    <dgm:pt modelId="{05182815-DD21-4CDE-8D7D-7D2A0CAA14D0}" type="pres">
      <dgm:prSet presAssocID="{D547DD33-D3DD-4B9F-A36F-5B7D741B091E}" presName="rootText" presStyleLbl="node4" presStyleIdx="19" presStyleCnt="46">
        <dgm:presLayoutVars>
          <dgm:chPref val="3"/>
        </dgm:presLayoutVars>
      </dgm:prSet>
      <dgm:spPr/>
    </dgm:pt>
    <dgm:pt modelId="{F3E55FDD-1F96-468F-AF55-E0B26EA0C203}" type="pres">
      <dgm:prSet presAssocID="{D547DD33-D3DD-4B9F-A36F-5B7D741B091E}" presName="rootConnector" presStyleLbl="node4" presStyleIdx="19" presStyleCnt="46"/>
      <dgm:spPr/>
    </dgm:pt>
    <dgm:pt modelId="{074575E9-F480-46BE-8FB5-A91C7EEEDBD8}" type="pres">
      <dgm:prSet presAssocID="{D547DD33-D3DD-4B9F-A36F-5B7D741B091E}" presName="hierChild4" presStyleCnt="0"/>
      <dgm:spPr/>
    </dgm:pt>
    <dgm:pt modelId="{30B3ED2B-B1E8-4E7A-BA5B-2854B21D526C}" type="pres">
      <dgm:prSet presAssocID="{D547DD33-D3DD-4B9F-A36F-5B7D741B091E}" presName="hierChild5" presStyleCnt="0"/>
      <dgm:spPr/>
    </dgm:pt>
    <dgm:pt modelId="{4861B6FD-B308-4A19-B1F3-FD23B9B8CF5F}" type="pres">
      <dgm:prSet presAssocID="{B96F57EA-AB73-444E-AD94-6F2CFD122458}" presName="hierChild5" presStyleCnt="0"/>
      <dgm:spPr/>
    </dgm:pt>
    <dgm:pt modelId="{9D2C0558-7B51-43BA-A9E0-2F08D1CECD5A}" type="pres">
      <dgm:prSet presAssocID="{43BA390C-7752-4370-B4B7-AD7A59F348F8}" presName="Name37" presStyleLbl="parChTrans1D3" presStyleIdx="4" presStyleCnt="11"/>
      <dgm:spPr/>
    </dgm:pt>
    <dgm:pt modelId="{D26AE3F7-EA08-4810-BF76-0356B8A70F73}" type="pres">
      <dgm:prSet presAssocID="{15D4E530-E899-4FF3-917B-18C1F76DE86C}" presName="hierRoot2" presStyleCnt="0">
        <dgm:presLayoutVars>
          <dgm:hierBranch val="init"/>
        </dgm:presLayoutVars>
      </dgm:prSet>
      <dgm:spPr/>
    </dgm:pt>
    <dgm:pt modelId="{6ACA1DBC-AD22-4C3D-AF26-5DF75826323B}" type="pres">
      <dgm:prSet presAssocID="{15D4E530-E899-4FF3-917B-18C1F76DE86C}" presName="rootComposite" presStyleCnt="0"/>
      <dgm:spPr/>
    </dgm:pt>
    <dgm:pt modelId="{1C5B4169-E55B-4E38-8DD0-666A1F5292C6}" type="pres">
      <dgm:prSet presAssocID="{15D4E530-E899-4FF3-917B-18C1F76DE86C}" presName="rootText" presStyleLbl="node3" presStyleIdx="4" presStyleCnt="11">
        <dgm:presLayoutVars>
          <dgm:chPref val="3"/>
        </dgm:presLayoutVars>
      </dgm:prSet>
      <dgm:spPr/>
    </dgm:pt>
    <dgm:pt modelId="{D03D7747-7B3B-4ECA-A267-7029BF0DA73B}" type="pres">
      <dgm:prSet presAssocID="{15D4E530-E899-4FF3-917B-18C1F76DE86C}" presName="rootConnector" presStyleLbl="node3" presStyleIdx="4" presStyleCnt="11"/>
      <dgm:spPr/>
    </dgm:pt>
    <dgm:pt modelId="{5FAB13C3-484C-48F9-93F5-F6A1A6536125}" type="pres">
      <dgm:prSet presAssocID="{15D4E530-E899-4FF3-917B-18C1F76DE86C}" presName="hierChild4" presStyleCnt="0"/>
      <dgm:spPr/>
    </dgm:pt>
    <dgm:pt modelId="{4C2060C0-0324-4F59-B7A0-F78883001D12}" type="pres">
      <dgm:prSet presAssocID="{1423FEAB-D60E-4C2A-8B71-4EEAC5F87008}" presName="Name37" presStyleLbl="parChTrans1D4" presStyleIdx="20" presStyleCnt="46"/>
      <dgm:spPr/>
    </dgm:pt>
    <dgm:pt modelId="{341E32AF-BC89-4A8C-91E4-B96130063F97}" type="pres">
      <dgm:prSet presAssocID="{DD5FFCD2-F91B-43B0-BBEE-4D8823374FA2}" presName="hierRoot2" presStyleCnt="0">
        <dgm:presLayoutVars>
          <dgm:hierBranch val="init"/>
        </dgm:presLayoutVars>
      </dgm:prSet>
      <dgm:spPr/>
    </dgm:pt>
    <dgm:pt modelId="{D13C70EF-EF66-48B2-BA74-B6BECDB70621}" type="pres">
      <dgm:prSet presAssocID="{DD5FFCD2-F91B-43B0-BBEE-4D8823374FA2}" presName="rootComposite" presStyleCnt="0"/>
      <dgm:spPr/>
    </dgm:pt>
    <dgm:pt modelId="{F3314EC3-326F-4443-9EFF-0970DE310CC1}" type="pres">
      <dgm:prSet presAssocID="{DD5FFCD2-F91B-43B0-BBEE-4D8823374FA2}" presName="rootText" presStyleLbl="node4" presStyleIdx="20" presStyleCnt="46">
        <dgm:presLayoutVars>
          <dgm:chPref val="3"/>
        </dgm:presLayoutVars>
      </dgm:prSet>
      <dgm:spPr/>
    </dgm:pt>
    <dgm:pt modelId="{661FD1C9-F5CB-4918-95F3-A2ADE137C0B8}" type="pres">
      <dgm:prSet presAssocID="{DD5FFCD2-F91B-43B0-BBEE-4D8823374FA2}" presName="rootConnector" presStyleLbl="node4" presStyleIdx="20" presStyleCnt="46"/>
      <dgm:spPr/>
    </dgm:pt>
    <dgm:pt modelId="{3EE4B170-4D71-45CC-BD95-6D9815D00A11}" type="pres">
      <dgm:prSet presAssocID="{DD5FFCD2-F91B-43B0-BBEE-4D8823374FA2}" presName="hierChild4" presStyleCnt="0"/>
      <dgm:spPr/>
    </dgm:pt>
    <dgm:pt modelId="{5DD99D7F-598A-455E-9843-1D55D78B3E32}" type="pres">
      <dgm:prSet presAssocID="{DD5FFCD2-F91B-43B0-BBEE-4D8823374FA2}" presName="hierChild5" presStyleCnt="0"/>
      <dgm:spPr/>
    </dgm:pt>
    <dgm:pt modelId="{4694F6F5-EAD2-4608-8353-2E1CC0DA8FD4}" type="pres">
      <dgm:prSet presAssocID="{9A890950-FA1D-487A-9FE9-59BB3460F32C}" presName="Name37" presStyleLbl="parChTrans1D4" presStyleIdx="21" presStyleCnt="46"/>
      <dgm:spPr/>
    </dgm:pt>
    <dgm:pt modelId="{F5F5DDED-D8D4-4D8F-B699-646FC160CAC0}" type="pres">
      <dgm:prSet presAssocID="{16F21F2C-8163-454D-B1A7-9A0B70D89AAA}" presName="hierRoot2" presStyleCnt="0">
        <dgm:presLayoutVars>
          <dgm:hierBranch val="init"/>
        </dgm:presLayoutVars>
      </dgm:prSet>
      <dgm:spPr/>
    </dgm:pt>
    <dgm:pt modelId="{7FFD0948-C823-491C-9DEF-CE42A93DACEE}" type="pres">
      <dgm:prSet presAssocID="{16F21F2C-8163-454D-B1A7-9A0B70D89AAA}" presName="rootComposite" presStyleCnt="0"/>
      <dgm:spPr/>
    </dgm:pt>
    <dgm:pt modelId="{D6E80768-4950-4840-849A-F73F02DF7804}" type="pres">
      <dgm:prSet presAssocID="{16F21F2C-8163-454D-B1A7-9A0B70D89AAA}" presName="rootText" presStyleLbl="node4" presStyleIdx="21" presStyleCnt="46">
        <dgm:presLayoutVars>
          <dgm:chPref val="3"/>
        </dgm:presLayoutVars>
      </dgm:prSet>
      <dgm:spPr/>
    </dgm:pt>
    <dgm:pt modelId="{D79836D8-29DA-4C40-9E32-982B44E1EA4D}" type="pres">
      <dgm:prSet presAssocID="{16F21F2C-8163-454D-B1A7-9A0B70D89AAA}" presName="rootConnector" presStyleLbl="node4" presStyleIdx="21" presStyleCnt="46"/>
      <dgm:spPr/>
    </dgm:pt>
    <dgm:pt modelId="{AEB8B366-8AAC-4DB6-ADED-FD30B89019F0}" type="pres">
      <dgm:prSet presAssocID="{16F21F2C-8163-454D-B1A7-9A0B70D89AAA}" presName="hierChild4" presStyleCnt="0"/>
      <dgm:spPr/>
    </dgm:pt>
    <dgm:pt modelId="{956B2E6D-DF54-40B6-99FB-FBF52EE219DA}" type="pres">
      <dgm:prSet presAssocID="{16F21F2C-8163-454D-B1A7-9A0B70D89AAA}" presName="hierChild5" presStyleCnt="0"/>
      <dgm:spPr/>
    </dgm:pt>
    <dgm:pt modelId="{C405A98C-72A4-4273-9786-A575E61D1BB0}" type="pres">
      <dgm:prSet presAssocID="{15D4E530-E899-4FF3-917B-18C1F76DE86C}" presName="hierChild5" presStyleCnt="0"/>
      <dgm:spPr/>
    </dgm:pt>
    <dgm:pt modelId="{17964DD0-F1F2-4823-A4EB-DC5428F71B18}" type="pres">
      <dgm:prSet presAssocID="{F7B360B0-C0F8-44FB-8F4B-26D6742492F3}" presName="Name37" presStyleLbl="parChTrans1D3" presStyleIdx="5" presStyleCnt="11"/>
      <dgm:spPr/>
    </dgm:pt>
    <dgm:pt modelId="{82A72A20-520B-48C6-9A8F-4CAD3DC50300}" type="pres">
      <dgm:prSet presAssocID="{D1A65168-217D-4756-B3A2-0BE0F9F9C629}" presName="hierRoot2" presStyleCnt="0">
        <dgm:presLayoutVars>
          <dgm:hierBranch val="init"/>
        </dgm:presLayoutVars>
      </dgm:prSet>
      <dgm:spPr/>
    </dgm:pt>
    <dgm:pt modelId="{F2037545-C793-42C6-902D-555630078668}" type="pres">
      <dgm:prSet presAssocID="{D1A65168-217D-4756-B3A2-0BE0F9F9C629}" presName="rootComposite" presStyleCnt="0"/>
      <dgm:spPr/>
    </dgm:pt>
    <dgm:pt modelId="{A906071C-3093-4726-B2B4-C8E51AA62F57}" type="pres">
      <dgm:prSet presAssocID="{D1A65168-217D-4756-B3A2-0BE0F9F9C629}" presName="rootText" presStyleLbl="node3" presStyleIdx="5" presStyleCnt="11">
        <dgm:presLayoutVars>
          <dgm:chPref val="3"/>
        </dgm:presLayoutVars>
      </dgm:prSet>
      <dgm:spPr/>
    </dgm:pt>
    <dgm:pt modelId="{0DD4D3DB-2E3E-4A34-93F8-8ECA314F0385}" type="pres">
      <dgm:prSet presAssocID="{D1A65168-217D-4756-B3A2-0BE0F9F9C629}" presName="rootConnector" presStyleLbl="node3" presStyleIdx="5" presStyleCnt="11"/>
      <dgm:spPr/>
    </dgm:pt>
    <dgm:pt modelId="{A45189E6-EF4C-4D08-BDED-BF41E473F8DF}" type="pres">
      <dgm:prSet presAssocID="{D1A65168-217D-4756-B3A2-0BE0F9F9C629}" presName="hierChild4" presStyleCnt="0"/>
      <dgm:spPr/>
    </dgm:pt>
    <dgm:pt modelId="{E328203C-6CAD-4FE6-AD5A-D0658C2F9F92}" type="pres">
      <dgm:prSet presAssocID="{0E0DA9A2-D559-486D-995A-EF5B154AFCD0}" presName="Name37" presStyleLbl="parChTrans1D4" presStyleIdx="22" presStyleCnt="46"/>
      <dgm:spPr/>
    </dgm:pt>
    <dgm:pt modelId="{2B6CB5B0-BD94-44F8-9085-37CD2D043AFF}" type="pres">
      <dgm:prSet presAssocID="{7D46F392-9CEC-4F3B-AE7A-810EA397CEBC}" presName="hierRoot2" presStyleCnt="0">
        <dgm:presLayoutVars>
          <dgm:hierBranch val="init"/>
        </dgm:presLayoutVars>
      </dgm:prSet>
      <dgm:spPr/>
    </dgm:pt>
    <dgm:pt modelId="{942CF2ED-BF9D-499C-B2EA-FA330D624EA9}" type="pres">
      <dgm:prSet presAssocID="{7D46F392-9CEC-4F3B-AE7A-810EA397CEBC}" presName="rootComposite" presStyleCnt="0"/>
      <dgm:spPr/>
    </dgm:pt>
    <dgm:pt modelId="{5D0A7263-E74C-4EC0-9A7F-5B1CC05A4C1B}" type="pres">
      <dgm:prSet presAssocID="{7D46F392-9CEC-4F3B-AE7A-810EA397CEBC}" presName="rootText" presStyleLbl="node4" presStyleIdx="22" presStyleCnt="46">
        <dgm:presLayoutVars>
          <dgm:chPref val="3"/>
        </dgm:presLayoutVars>
      </dgm:prSet>
      <dgm:spPr/>
    </dgm:pt>
    <dgm:pt modelId="{85B70B54-3B0B-4C3C-B5D6-6DF2D35388D8}" type="pres">
      <dgm:prSet presAssocID="{7D46F392-9CEC-4F3B-AE7A-810EA397CEBC}" presName="rootConnector" presStyleLbl="node4" presStyleIdx="22" presStyleCnt="46"/>
      <dgm:spPr/>
    </dgm:pt>
    <dgm:pt modelId="{BAD86538-0CAF-4730-99DB-B804DEE7C87F}" type="pres">
      <dgm:prSet presAssocID="{7D46F392-9CEC-4F3B-AE7A-810EA397CEBC}" presName="hierChild4" presStyleCnt="0"/>
      <dgm:spPr/>
    </dgm:pt>
    <dgm:pt modelId="{3897A6E0-5913-480E-B7C3-274CCD0B4A34}" type="pres">
      <dgm:prSet presAssocID="{7D46F392-9CEC-4F3B-AE7A-810EA397CEBC}" presName="hierChild5" presStyleCnt="0"/>
      <dgm:spPr/>
    </dgm:pt>
    <dgm:pt modelId="{48340CAC-4415-4381-89C0-954CB83CF925}" type="pres">
      <dgm:prSet presAssocID="{D91D4CC4-1B09-4876-A0AD-B3CD8C7334CC}" presName="Name37" presStyleLbl="parChTrans1D4" presStyleIdx="23" presStyleCnt="46"/>
      <dgm:spPr/>
    </dgm:pt>
    <dgm:pt modelId="{53968DEF-0FC4-4B32-BBF2-27BDEF951C03}" type="pres">
      <dgm:prSet presAssocID="{5A73EE35-5D8D-45A5-B19A-E9D2F96C4F89}" presName="hierRoot2" presStyleCnt="0">
        <dgm:presLayoutVars>
          <dgm:hierBranch val="init"/>
        </dgm:presLayoutVars>
      </dgm:prSet>
      <dgm:spPr/>
    </dgm:pt>
    <dgm:pt modelId="{FF604BE5-E58A-44A2-9E06-51F781E9AA1B}" type="pres">
      <dgm:prSet presAssocID="{5A73EE35-5D8D-45A5-B19A-E9D2F96C4F89}" presName="rootComposite" presStyleCnt="0"/>
      <dgm:spPr/>
    </dgm:pt>
    <dgm:pt modelId="{A3D60181-401F-4A83-BB32-01F01E98637D}" type="pres">
      <dgm:prSet presAssocID="{5A73EE35-5D8D-45A5-B19A-E9D2F96C4F89}" presName="rootText" presStyleLbl="node4" presStyleIdx="23" presStyleCnt="46">
        <dgm:presLayoutVars>
          <dgm:chPref val="3"/>
        </dgm:presLayoutVars>
      </dgm:prSet>
      <dgm:spPr/>
    </dgm:pt>
    <dgm:pt modelId="{2718E099-CB96-4562-A206-BE5BFE546D4B}" type="pres">
      <dgm:prSet presAssocID="{5A73EE35-5D8D-45A5-B19A-E9D2F96C4F89}" presName="rootConnector" presStyleLbl="node4" presStyleIdx="23" presStyleCnt="46"/>
      <dgm:spPr/>
    </dgm:pt>
    <dgm:pt modelId="{E7A51822-E463-43EC-99FC-092AA2263C48}" type="pres">
      <dgm:prSet presAssocID="{5A73EE35-5D8D-45A5-B19A-E9D2F96C4F89}" presName="hierChild4" presStyleCnt="0"/>
      <dgm:spPr/>
    </dgm:pt>
    <dgm:pt modelId="{FA11E20F-88C5-4D96-9B19-AA26094DD54F}" type="pres">
      <dgm:prSet presAssocID="{5A73EE35-5D8D-45A5-B19A-E9D2F96C4F89}" presName="hierChild5" presStyleCnt="0"/>
      <dgm:spPr/>
    </dgm:pt>
    <dgm:pt modelId="{61739BE9-57D2-47AA-B5AF-66171168D1ED}" type="pres">
      <dgm:prSet presAssocID="{D1A65168-217D-4756-B3A2-0BE0F9F9C629}" presName="hierChild5" presStyleCnt="0"/>
      <dgm:spPr/>
    </dgm:pt>
    <dgm:pt modelId="{7FEAC0E0-7431-49D7-8410-1FEDDE5CBDFA}" type="pres">
      <dgm:prSet presAssocID="{30C7675F-9646-4D56-9967-52D2E3C4F885}" presName="Name37" presStyleLbl="parChTrans1D3" presStyleIdx="6" presStyleCnt="11"/>
      <dgm:spPr/>
    </dgm:pt>
    <dgm:pt modelId="{A21AF58A-0CB8-4EEE-8305-1B5EC7361901}" type="pres">
      <dgm:prSet presAssocID="{860A26FB-423B-496B-BAB0-B42B0960D613}" presName="hierRoot2" presStyleCnt="0">
        <dgm:presLayoutVars>
          <dgm:hierBranch val="init"/>
        </dgm:presLayoutVars>
      </dgm:prSet>
      <dgm:spPr/>
    </dgm:pt>
    <dgm:pt modelId="{2420B12E-B9D8-45E2-8696-5CFB768E059B}" type="pres">
      <dgm:prSet presAssocID="{860A26FB-423B-496B-BAB0-B42B0960D613}" presName="rootComposite" presStyleCnt="0"/>
      <dgm:spPr/>
    </dgm:pt>
    <dgm:pt modelId="{D34AD77B-5188-46AE-91D8-A9E6FF368972}" type="pres">
      <dgm:prSet presAssocID="{860A26FB-423B-496B-BAB0-B42B0960D613}" presName="rootText" presStyleLbl="node3" presStyleIdx="6" presStyleCnt="11">
        <dgm:presLayoutVars>
          <dgm:chPref val="3"/>
        </dgm:presLayoutVars>
      </dgm:prSet>
      <dgm:spPr/>
    </dgm:pt>
    <dgm:pt modelId="{8F597210-C75E-4390-B8FE-5EC86620F038}" type="pres">
      <dgm:prSet presAssocID="{860A26FB-423B-496B-BAB0-B42B0960D613}" presName="rootConnector" presStyleLbl="node3" presStyleIdx="6" presStyleCnt="11"/>
      <dgm:spPr/>
    </dgm:pt>
    <dgm:pt modelId="{2804A394-F273-474F-8559-82D10216EF01}" type="pres">
      <dgm:prSet presAssocID="{860A26FB-423B-496B-BAB0-B42B0960D613}" presName="hierChild4" presStyleCnt="0"/>
      <dgm:spPr/>
    </dgm:pt>
    <dgm:pt modelId="{3F3FBE2A-EE68-4454-AD41-7A5A99DEA1CA}" type="pres">
      <dgm:prSet presAssocID="{C8C68411-4D56-4985-A674-F12084FE2062}" presName="Name37" presStyleLbl="parChTrans1D4" presStyleIdx="24" presStyleCnt="46"/>
      <dgm:spPr/>
    </dgm:pt>
    <dgm:pt modelId="{F3797C6F-F8D0-4748-9571-697FD517593B}" type="pres">
      <dgm:prSet presAssocID="{E368D152-6E15-468A-9A45-541FDE114B73}" presName="hierRoot2" presStyleCnt="0">
        <dgm:presLayoutVars>
          <dgm:hierBranch val="init"/>
        </dgm:presLayoutVars>
      </dgm:prSet>
      <dgm:spPr/>
    </dgm:pt>
    <dgm:pt modelId="{2CF1A1AA-3F5C-4228-98C7-9E94D211F63F}" type="pres">
      <dgm:prSet presAssocID="{E368D152-6E15-468A-9A45-541FDE114B73}" presName="rootComposite" presStyleCnt="0"/>
      <dgm:spPr/>
    </dgm:pt>
    <dgm:pt modelId="{A9DB2A06-AE52-4F8B-AF29-285D4D9BD451}" type="pres">
      <dgm:prSet presAssocID="{E368D152-6E15-468A-9A45-541FDE114B73}" presName="rootText" presStyleLbl="node4" presStyleIdx="24" presStyleCnt="46">
        <dgm:presLayoutVars>
          <dgm:chPref val="3"/>
        </dgm:presLayoutVars>
      </dgm:prSet>
      <dgm:spPr/>
    </dgm:pt>
    <dgm:pt modelId="{A642997C-2772-4CF8-A510-3322D06C85C7}" type="pres">
      <dgm:prSet presAssocID="{E368D152-6E15-468A-9A45-541FDE114B73}" presName="rootConnector" presStyleLbl="node4" presStyleIdx="24" presStyleCnt="46"/>
      <dgm:spPr/>
    </dgm:pt>
    <dgm:pt modelId="{494005D6-17C6-4D53-A579-78080A6F4A12}" type="pres">
      <dgm:prSet presAssocID="{E368D152-6E15-468A-9A45-541FDE114B73}" presName="hierChild4" presStyleCnt="0"/>
      <dgm:spPr/>
    </dgm:pt>
    <dgm:pt modelId="{6F8C91FC-2752-4E77-B7A3-BAF7FC6D75BE}" type="pres">
      <dgm:prSet presAssocID="{E368D152-6E15-468A-9A45-541FDE114B73}" presName="hierChild5" presStyleCnt="0"/>
      <dgm:spPr/>
    </dgm:pt>
    <dgm:pt modelId="{81BFCAFF-D5EB-4028-8B60-0DF203604D2C}" type="pres">
      <dgm:prSet presAssocID="{C28DB54A-BC68-4AF9-9822-F41F2D857255}" presName="Name37" presStyleLbl="parChTrans1D4" presStyleIdx="25" presStyleCnt="46"/>
      <dgm:spPr/>
    </dgm:pt>
    <dgm:pt modelId="{BD1DA20A-74C7-4765-918D-A5002DFBF266}" type="pres">
      <dgm:prSet presAssocID="{DC8B542C-3295-4468-A097-4E1DF2C83714}" presName="hierRoot2" presStyleCnt="0">
        <dgm:presLayoutVars>
          <dgm:hierBranch val="init"/>
        </dgm:presLayoutVars>
      </dgm:prSet>
      <dgm:spPr/>
    </dgm:pt>
    <dgm:pt modelId="{0DBFDABC-8B9D-49ED-B203-9B7C088A49F3}" type="pres">
      <dgm:prSet presAssocID="{DC8B542C-3295-4468-A097-4E1DF2C83714}" presName="rootComposite" presStyleCnt="0"/>
      <dgm:spPr/>
    </dgm:pt>
    <dgm:pt modelId="{140859C5-7347-485A-8F90-0C3EBBA595E2}" type="pres">
      <dgm:prSet presAssocID="{DC8B542C-3295-4468-A097-4E1DF2C83714}" presName="rootText" presStyleLbl="node4" presStyleIdx="25" presStyleCnt="46">
        <dgm:presLayoutVars>
          <dgm:chPref val="3"/>
        </dgm:presLayoutVars>
      </dgm:prSet>
      <dgm:spPr/>
    </dgm:pt>
    <dgm:pt modelId="{D22A479E-A152-4EC5-993E-E8EA4067F40B}" type="pres">
      <dgm:prSet presAssocID="{DC8B542C-3295-4468-A097-4E1DF2C83714}" presName="rootConnector" presStyleLbl="node4" presStyleIdx="25" presStyleCnt="46"/>
      <dgm:spPr/>
    </dgm:pt>
    <dgm:pt modelId="{FF7A85B2-9166-42DC-AA97-1C44F1D05F69}" type="pres">
      <dgm:prSet presAssocID="{DC8B542C-3295-4468-A097-4E1DF2C83714}" presName="hierChild4" presStyleCnt="0"/>
      <dgm:spPr/>
    </dgm:pt>
    <dgm:pt modelId="{AB44B264-50BA-43A7-B289-ED5AEF88BDBC}" type="pres">
      <dgm:prSet presAssocID="{DC8B542C-3295-4468-A097-4E1DF2C83714}" presName="hierChild5" presStyleCnt="0"/>
      <dgm:spPr/>
    </dgm:pt>
    <dgm:pt modelId="{0EA1DD1C-6722-4FE2-A1DE-82CAC197A4B6}" type="pres">
      <dgm:prSet presAssocID="{B3C12387-1488-4529-B06E-8F247E3B2FB3}" presName="Name37" presStyleLbl="parChTrans1D4" presStyleIdx="26" presStyleCnt="46"/>
      <dgm:spPr/>
    </dgm:pt>
    <dgm:pt modelId="{DDD27ADF-3911-4411-9572-00D73962DB51}" type="pres">
      <dgm:prSet presAssocID="{260487AE-C9E4-427E-B5D6-F89C96991017}" presName="hierRoot2" presStyleCnt="0">
        <dgm:presLayoutVars>
          <dgm:hierBranch val="init"/>
        </dgm:presLayoutVars>
      </dgm:prSet>
      <dgm:spPr/>
    </dgm:pt>
    <dgm:pt modelId="{73857713-C61D-418E-A02D-27F5B807A208}" type="pres">
      <dgm:prSet presAssocID="{260487AE-C9E4-427E-B5D6-F89C96991017}" presName="rootComposite" presStyleCnt="0"/>
      <dgm:spPr/>
    </dgm:pt>
    <dgm:pt modelId="{D055AAE5-7D87-46FA-8811-B5BAE0B41BEB}" type="pres">
      <dgm:prSet presAssocID="{260487AE-C9E4-427E-B5D6-F89C96991017}" presName="rootText" presStyleLbl="node4" presStyleIdx="26" presStyleCnt="46">
        <dgm:presLayoutVars>
          <dgm:chPref val="3"/>
        </dgm:presLayoutVars>
      </dgm:prSet>
      <dgm:spPr/>
    </dgm:pt>
    <dgm:pt modelId="{6CC3FDA5-C3AB-45F6-A6B7-42EA7635EE35}" type="pres">
      <dgm:prSet presAssocID="{260487AE-C9E4-427E-B5D6-F89C96991017}" presName="rootConnector" presStyleLbl="node4" presStyleIdx="26" presStyleCnt="46"/>
      <dgm:spPr/>
    </dgm:pt>
    <dgm:pt modelId="{D8B8A526-91FC-4FB1-9E01-CE15D84BC6B5}" type="pres">
      <dgm:prSet presAssocID="{260487AE-C9E4-427E-B5D6-F89C96991017}" presName="hierChild4" presStyleCnt="0"/>
      <dgm:spPr/>
    </dgm:pt>
    <dgm:pt modelId="{335F8C0C-6409-4553-BD90-AF789C08F2CA}" type="pres">
      <dgm:prSet presAssocID="{260487AE-C9E4-427E-B5D6-F89C96991017}" presName="hierChild5" presStyleCnt="0"/>
      <dgm:spPr/>
    </dgm:pt>
    <dgm:pt modelId="{F90092B6-A8B7-4EEE-A370-53606713EDF7}" type="pres">
      <dgm:prSet presAssocID="{860A26FB-423B-496B-BAB0-B42B0960D613}" presName="hierChild5" presStyleCnt="0"/>
      <dgm:spPr/>
    </dgm:pt>
    <dgm:pt modelId="{B7699C5F-4022-4D90-8C82-A31662B03423}" type="pres">
      <dgm:prSet presAssocID="{1AA33A3C-00E4-47F8-9F1D-35684C42BE92}" presName="Name37" presStyleLbl="parChTrans1D3" presStyleIdx="7" presStyleCnt="11"/>
      <dgm:spPr/>
    </dgm:pt>
    <dgm:pt modelId="{0654EEB7-759F-4BE7-AAC7-533B70905032}" type="pres">
      <dgm:prSet presAssocID="{6E42D342-311E-4E06-9360-0AB1637D4A4A}" presName="hierRoot2" presStyleCnt="0">
        <dgm:presLayoutVars>
          <dgm:hierBranch val="init"/>
        </dgm:presLayoutVars>
      </dgm:prSet>
      <dgm:spPr/>
    </dgm:pt>
    <dgm:pt modelId="{F4A86B05-BA99-4AA3-95A8-0B8987D8E383}" type="pres">
      <dgm:prSet presAssocID="{6E42D342-311E-4E06-9360-0AB1637D4A4A}" presName="rootComposite" presStyleCnt="0"/>
      <dgm:spPr/>
    </dgm:pt>
    <dgm:pt modelId="{5B92DF77-BDEF-4266-B203-98B10205EEDB}" type="pres">
      <dgm:prSet presAssocID="{6E42D342-311E-4E06-9360-0AB1637D4A4A}" presName="rootText" presStyleLbl="node3" presStyleIdx="7" presStyleCnt="11">
        <dgm:presLayoutVars>
          <dgm:chPref val="3"/>
        </dgm:presLayoutVars>
      </dgm:prSet>
      <dgm:spPr/>
    </dgm:pt>
    <dgm:pt modelId="{2D7562CD-2C44-4EFB-AB7C-5C379F6B4005}" type="pres">
      <dgm:prSet presAssocID="{6E42D342-311E-4E06-9360-0AB1637D4A4A}" presName="rootConnector" presStyleLbl="node3" presStyleIdx="7" presStyleCnt="11"/>
      <dgm:spPr/>
    </dgm:pt>
    <dgm:pt modelId="{43AC27AA-41C3-4797-ACAE-D05880F4D457}" type="pres">
      <dgm:prSet presAssocID="{6E42D342-311E-4E06-9360-0AB1637D4A4A}" presName="hierChild4" presStyleCnt="0"/>
      <dgm:spPr/>
    </dgm:pt>
    <dgm:pt modelId="{051C0EC0-F7DD-40CC-A094-DD74E7FD67CC}" type="pres">
      <dgm:prSet presAssocID="{C40022D8-8239-4D92-8E6C-2EC284B2DF30}" presName="Name37" presStyleLbl="parChTrans1D4" presStyleIdx="27" presStyleCnt="46"/>
      <dgm:spPr/>
    </dgm:pt>
    <dgm:pt modelId="{DD2DD7B2-042B-42B8-9D44-16489617A189}" type="pres">
      <dgm:prSet presAssocID="{D7647099-3B1E-4E6C-AD32-4F40C06D54F2}" presName="hierRoot2" presStyleCnt="0">
        <dgm:presLayoutVars>
          <dgm:hierBranch val="init"/>
        </dgm:presLayoutVars>
      </dgm:prSet>
      <dgm:spPr/>
    </dgm:pt>
    <dgm:pt modelId="{2917240E-9B69-43D1-A7EB-17A162121402}" type="pres">
      <dgm:prSet presAssocID="{D7647099-3B1E-4E6C-AD32-4F40C06D54F2}" presName="rootComposite" presStyleCnt="0"/>
      <dgm:spPr/>
    </dgm:pt>
    <dgm:pt modelId="{CD88A946-4CD8-454A-A246-92E6436E3F5B}" type="pres">
      <dgm:prSet presAssocID="{D7647099-3B1E-4E6C-AD32-4F40C06D54F2}" presName="rootText" presStyleLbl="node4" presStyleIdx="27" presStyleCnt="46">
        <dgm:presLayoutVars>
          <dgm:chPref val="3"/>
        </dgm:presLayoutVars>
      </dgm:prSet>
      <dgm:spPr/>
    </dgm:pt>
    <dgm:pt modelId="{A3B73847-4280-4E39-B09B-9A154394A994}" type="pres">
      <dgm:prSet presAssocID="{D7647099-3B1E-4E6C-AD32-4F40C06D54F2}" presName="rootConnector" presStyleLbl="node4" presStyleIdx="27" presStyleCnt="46"/>
      <dgm:spPr/>
    </dgm:pt>
    <dgm:pt modelId="{F1971255-9003-4AC9-BB0F-5641BF9A365F}" type="pres">
      <dgm:prSet presAssocID="{D7647099-3B1E-4E6C-AD32-4F40C06D54F2}" presName="hierChild4" presStyleCnt="0"/>
      <dgm:spPr/>
    </dgm:pt>
    <dgm:pt modelId="{18D3942D-DF3D-429B-91D9-501F7B18688F}" type="pres">
      <dgm:prSet presAssocID="{D7647099-3B1E-4E6C-AD32-4F40C06D54F2}" presName="hierChild5" presStyleCnt="0"/>
      <dgm:spPr/>
    </dgm:pt>
    <dgm:pt modelId="{E4F071A1-6FD2-4716-A02C-68CBFC3BF0EE}" type="pres">
      <dgm:prSet presAssocID="{3F1559B6-71EC-49B5-9955-DFDB8F9E56AD}" presName="Name37" presStyleLbl="parChTrans1D4" presStyleIdx="28" presStyleCnt="46"/>
      <dgm:spPr/>
    </dgm:pt>
    <dgm:pt modelId="{60358ADC-B38B-46F4-ADA5-E1503F9DB3C6}" type="pres">
      <dgm:prSet presAssocID="{64EC3753-0C9F-45DB-A2EE-B45275460F15}" presName="hierRoot2" presStyleCnt="0">
        <dgm:presLayoutVars>
          <dgm:hierBranch val="init"/>
        </dgm:presLayoutVars>
      </dgm:prSet>
      <dgm:spPr/>
    </dgm:pt>
    <dgm:pt modelId="{6B911CD9-F470-4925-BA82-F7C1DC6F5690}" type="pres">
      <dgm:prSet presAssocID="{64EC3753-0C9F-45DB-A2EE-B45275460F15}" presName="rootComposite" presStyleCnt="0"/>
      <dgm:spPr/>
    </dgm:pt>
    <dgm:pt modelId="{E11D48DE-3B6D-4CB5-9A02-55B2832E044C}" type="pres">
      <dgm:prSet presAssocID="{64EC3753-0C9F-45DB-A2EE-B45275460F15}" presName="rootText" presStyleLbl="node4" presStyleIdx="28" presStyleCnt="46">
        <dgm:presLayoutVars>
          <dgm:chPref val="3"/>
        </dgm:presLayoutVars>
      </dgm:prSet>
      <dgm:spPr/>
    </dgm:pt>
    <dgm:pt modelId="{CF832871-E7EA-4223-AB80-15ACC7F7C9B2}" type="pres">
      <dgm:prSet presAssocID="{64EC3753-0C9F-45DB-A2EE-B45275460F15}" presName="rootConnector" presStyleLbl="node4" presStyleIdx="28" presStyleCnt="46"/>
      <dgm:spPr/>
    </dgm:pt>
    <dgm:pt modelId="{BA4DCBEF-5B3E-4C11-B27A-D2E806EDEE86}" type="pres">
      <dgm:prSet presAssocID="{64EC3753-0C9F-45DB-A2EE-B45275460F15}" presName="hierChild4" presStyleCnt="0"/>
      <dgm:spPr/>
    </dgm:pt>
    <dgm:pt modelId="{2F89BC20-18EB-447C-8242-FFD837F34374}" type="pres">
      <dgm:prSet presAssocID="{64EC3753-0C9F-45DB-A2EE-B45275460F15}" presName="hierChild5" presStyleCnt="0"/>
      <dgm:spPr/>
    </dgm:pt>
    <dgm:pt modelId="{CB92AE8C-48A5-4771-BE7F-4DDACA7297E3}" type="pres">
      <dgm:prSet presAssocID="{6E42D342-311E-4E06-9360-0AB1637D4A4A}" presName="hierChild5" presStyleCnt="0"/>
      <dgm:spPr/>
    </dgm:pt>
    <dgm:pt modelId="{A1C6E309-08EB-4157-B314-79326E4FADC4}" type="pres">
      <dgm:prSet presAssocID="{53538FFC-EE18-4374-9723-7DD407083D24}" presName="Name37" presStyleLbl="parChTrans1D3" presStyleIdx="8" presStyleCnt="11"/>
      <dgm:spPr/>
    </dgm:pt>
    <dgm:pt modelId="{6E6B7D76-038D-4682-9E92-02A9E9A6E33C}" type="pres">
      <dgm:prSet presAssocID="{AC914804-7302-413E-B511-EA87DD591312}" presName="hierRoot2" presStyleCnt="0">
        <dgm:presLayoutVars>
          <dgm:hierBranch val="init"/>
        </dgm:presLayoutVars>
      </dgm:prSet>
      <dgm:spPr/>
    </dgm:pt>
    <dgm:pt modelId="{1E2827F9-7E7D-41DC-B03F-8086CFCDF073}" type="pres">
      <dgm:prSet presAssocID="{AC914804-7302-413E-B511-EA87DD591312}" presName="rootComposite" presStyleCnt="0"/>
      <dgm:spPr/>
    </dgm:pt>
    <dgm:pt modelId="{727EA264-8CDC-46A5-A8F7-3714AB4745E8}" type="pres">
      <dgm:prSet presAssocID="{AC914804-7302-413E-B511-EA87DD591312}" presName="rootText" presStyleLbl="node3" presStyleIdx="8" presStyleCnt="11">
        <dgm:presLayoutVars>
          <dgm:chPref val="3"/>
        </dgm:presLayoutVars>
      </dgm:prSet>
      <dgm:spPr/>
    </dgm:pt>
    <dgm:pt modelId="{4958122D-41F3-44B5-896C-FA07539DBD24}" type="pres">
      <dgm:prSet presAssocID="{AC914804-7302-413E-B511-EA87DD591312}" presName="rootConnector" presStyleLbl="node3" presStyleIdx="8" presStyleCnt="11"/>
      <dgm:spPr/>
    </dgm:pt>
    <dgm:pt modelId="{4A8CC11B-EC96-47C9-9136-31C41DCE6928}" type="pres">
      <dgm:prSet presAssocID="{AC914804-7302-413E-B511-EA87DD591312}" presName="hierChild4" presStyleCnt="0"/>
      <dgm:spPr/>
    </dgm:pt>
    <dgm:pt modelId="{12DBFC9D-39EB-431B-82CC-41B6FDC60DA0}" type="pres">
      <dgm:prSet presAssocID="{9206825F-2D18-406F-B2D2-729E4795E9E8}" presName="Name37" presStyleLbl="parChTrans1D4" presStyleIdx="29" presStyleCnt="46"/>
      <dgm:spPr/>
    </dgm:pt>
    <dgm:pt modelId="{459B6654-B57D-4C54-8592-09013FC71A20}" type="pres">
      <dgm:prSet presAssocID="{5C2DC02D-A458-452C-859E-8A4674068DEB}" presName="hierRoot2" presStyleCnt="0">
        <dgm:presLayoutVars>
          <dgm:hierBranch val="init"/>
        </dgm:presLayoutVars>
      </dgm:prSet>
      <dgm:spPr/>
    </dgm:pt>
    <dgm:pt modelId="{01C396F8-AB80-4566-877A-1D14C797692D}" type="pres">
      <dgm:prSet presAssocID="{5C2DC02D-A458-452C-859E-8A4674068DEB}" presName="rootComposite" presStyleCnt="0"/>
      <dgm:spPr/>
    </dgm:pt>
    <dgm:pt modelId="{B9E0A236-F1F7-4FE7-B2A0-2A601ADE5902}" type="pres">
      <dgm:prSet presAssocID="{5C2DC02D-A458-452C-859E-8A4674068DEB}" presName="rootText" presStyleLbl="node4" presStyleIdx="29" presStyleCnt="46">
        <dgm:presLayoutVars>
          <dgm:chPref val="3"/>
        </dgm:presLayoutVars>
      </dgm:prSet>
      <dgm:spPr/>
    </dgm:pt>
    <dgm:pt modelId="{9594469D-B316-41E2-A02A-CDD13E9351C8}" type="pres">
      <dgm:prSet presAssocID="{5C2DC02D-A458-452C-859E-8A4674068DEB}" presName="rootConnector" presStyleLbl="node4" presStyleIdx="29" presStyleCnt="46"/>
      <dgm:spPr/>
    </dgm:pt>
    <dgm:pt modelId="{6FE82A11-18EB-40E3-A21C-22755BB87FC7}" type="pres">
      <dgm:prSet presAssocID="{5C2DC02D-A458-452C-859E-8A4674068DEB}" presName="hierChild4" presStyleCnt="0"/>
      <dgm:spPr/>
    </dgm:pt>
    <dgm:pt modelId="{5DE4B2FE-7B9C-49D7-AC24-05889313D844}" type="pres">
      <dgm:prSet presAssocID="{5C2DC02D-A458-452C-859E-8A4674068DEB}" presName="hierChild5" presStyleCnt="0"/>
      <dgm:spPr/>
    </dgm:pt>
    <dgm:pt modelId="{342DC5E2-8A38-46AC-BB69-043A18EF2817}" type="pres">
      <dgm:prSet presAssocID="{CCD73289-D48F-4ACF-B524-BF97F7948BE2}" presName="Name37" presStyleLbl="parChTrans1D4" presStyleIdx="30" presStyleCnt="46"/>
      <dgm:spPr/>
    </dgm:pt>
    <dgm:pt modelId="{3EC9D802-7955-4796-9455-666B0B00E201}" type="pres">
      <dgm:prSet presAssocID="{6AD5AE6F-B55B-4D06-B383-64668F6A27E9}" presName="hierRoot2" presStyleCnt="0">
        <dgm:presLayoutVars>
          <dgm:hierBranch val="init"/>
        </dgm:presLayoutVars>
      </dgm:prSet>
      <dgm:spPr/>
    </dgm:pt>
    <dgm:pt modelId="{9ECE027A-9D3F-4B03-9CA7-274D09C13AFB}" type="pres">
      <dgm:prSet presAssocID="{6AD5AE6F-B55B-4D06-B383-64668F6A27E9}" presName="rootComposite" presStyleCnt="0"/>
      <dgm:spPr/>
    </dgm:pt>
    <dgm:pt modelId="{70266AC8-1BF5-4070-BC82-CDA4CD5EEF88}" type="pres">
      <dgm:prSet presAssocID="{6AD5AE6F-B55B-4D06-B383-64668F6A27E9}" presName="rootText" presStyleLbl="node4" presStyleIdx="30" presStyleCnt="46">
        <dgm:presLayoutVars>
          <dgm:chPref val="3"/>
        </dgm:presLayoutVars>
      </dgm:prSet>
      <dgm:spPr/>
    </dgm:pt>
    <dgm:pt modelId="{E79E592C-5EC8-4D38-9ED4-882F222F3D22}" type="pres">
      <dgm:prSet presAssocID="{6AD5AE6F-B55B-4D06-B383-64668F6A27E9}" presName="rootConnector" presStyleLbl="node4" presStyleIdx="30" presStyleCnt="46"/>
      <dgm:spPr/>
    </dgm:pt>
    <dgm:pt modelId="{B9F5DFB7-8D87-49AE-8D19-65A1DF07831F}" type="pres">
      <dgm:prSet presAssocID="{6AD5AE6F-B55B-4D06-B383-64668F6A27E9}" presName="hierChild4" presStyleCnt="0"/>
      <dgm:spPr/>
    </dgm:pt>
    <dgm:pt modelId="{E1B85FD1-66E6-45B4-B552-684392CE6DC2}" type="pres">
      <dgm:prSet presAssocID="{6AD5AE6F-B55B-4D06-B383-64668F6A27E9}" presName="hierChild5" presStyleCnt="0"/>
      <dgm:spPr/>
    </dgm:pt>
    <dgm:pt modelId="{F8D67BD1-9B61-47F0-B019-AD3381953808}" type="pres">
      <dgm:prSet presAssocID="{A0136BB0-3F0A-42FF-959B-4971E7B6FA59}" presName="Name37" presStyleLbl="parChTrans1D4" presStyleIdx="31" presStyleCnt="46"/>
      <dgm:spPr/>
    </dgm:pt>
    <dgm:pt modelId="{F3C5D661-37C3-496D-A2C3-0BD92533168D}" type="pres">
      <dgm:prSet presAssocID="{1597DA93-7C0C-41DB-9E17-7460224EAA92}" presName="hierRoot2" presStyleCnt="0">
        <dgm:presLayoutVars>
          <dgm:hierBranch val="init"/>
        </dgm:presLayoutVars>
      </dgm:prSet>
      <dgm:spPr/>
    </dgm:pt>
    <dgm:pt modelId="{66680BFE-5B1C-44C3-AA9C-305E21E1740E}" type="pres">
      <dgm:prSet presAssocID="{1597DA93-7C0C-41DB-9E17-7460224EAA92}" presName="rootComposite" presStyleCnt="0"/>
      <dgm:spPr/>
    </dgm:pt>
    <dgm:pt modelId="{22F57D9F-6D4F-41E2-BEC8-D63C57303251}" type="pres">
      <dgm:prSet presAssocID="{1597DA93-7C0C-41DB-9E17-7460224EAA92}" presName="rootText" presStyleLbl="node4" presStyleIdx="31" presStyleCnt="46">
        <dgm:presLayoutVars>
          <dgm:chPref val="3"/>
        </dgm:presLayoutVars>
      </dgm:prSet>
      <dgm:spPr/>
    </dgm:pt>
    <dgm:pt modelId="{036AC9C9-4569-452F-9502-439699ED437F}" type="pres">
      <dgm:prSet presAssocID="{1597DA93-7C0C-41DB-9E17-7460224EAA92}" presName="rootConnector" presStyleLbl="node4" presStyleIdx="31" presStyleCnt="46"/>
      <dgm:spPr/>
    </dgm:pt>
    <dgm:pt modelId="{14EDE5FE-1800-4FFB-80F8-5D592D9F56B4}" type="pres">
      <dgm:prSet presAssocID="{1597DA93-7C0C-41DB-9E17-7460224EAA92}" presName="hierChild4" presStyleCnt="0"/>
      <dgm:spPr/>
    </dgm:pt>
    <dgm:pt modelId="{01AC214C-DAC0-4333-9668-799520AFC6B1}" type="pres">
      <dgm:prSet presAssocID="{1597DA93-7C0C-41DB-9E17-7460224EAA92}" presName="hierChild5" presStyleCnt="0"/>
      <dgm:spPr/>
    </dgm:pt>
    <dgm:pt modelId="{B9F117BA-ACDE-4D44-8E32-85616F7A8934}" type="pres">
      <dgm:prSet presAssocID="{E732C3BD-5E69-48A4-89F8-FC2B131D95AA}" presName="Name37" presStyleLbl="parChTrans1D4" presStyleIdx="32" presStyleCnt="46"/>
      <dgm:spPr/>
    </dgm:pt>
    <dgm:pt modelId="{0FD87AAF-DC04-4826-9D16-4DA68B817E4F}" type="pres">
      <dgm:prSet presAssocID="{58D4F507-6EBC-40A5-9692-744C57D8807D}" presName="hierRoot2" presStyleCnt="0">
        <dgm:presLayoutVars>
          <dgm:hierBranch val="init"/>
        </dgm:presLayoutVars>
      </dgm:prSet>
      <dgm:spPr/>
    </dgm:pt>
    <dgm:pt modelId="{699EDFE2-F6A4-4E92-9EA0-00AACB93C50B}" type="pres">
      <dgm:prSet presAssocID="{58D4F507-6EBC-40A5-9692-744C57D8807D}" presName="rootComposite" presStyleCnt="0"/>
      <dgm:spPr/>
    </dgm:pt>
    <dgm:pt modelId="{F0AA28F1-7C39-407E-AD6F-B5D5CCFC6329}" type="pres">
      <dgm:prSet presAssocID="{58D4F507-6EBC-40A5-9692-744C57D8807D}" presName="rootText" presStyleLbl="node4" presStyleIdx="32" presStyleCnt="46">
        <dgm:presLayoutVars>
          <dgm:chPref val="3"/>
        </dgm:presLayoutVars>
      </dgm:prSet>
      <dgm:spPr/>
    </dgm:pt>
    <dgm:pt modelId="{4D2F4407-8EE9-4E42-A1A1-F7330A978109}" type="pres">
      <dgm:prSet presAssocID="{58D4F507-6EBC-40A5-9692-744C57D8807D}" presName="rootConnector" presStyleLbl="node4" presStyleIdx="32" presStyleCnt="46"/>
      <dgm:spPr/>
    </dgm:pt>
    <dgm:pt modelId="{D1D57681-D48F-41A4-A27D-A2B67417A9B7}" type="pres">
      <dgm:prSet presAssocID="{58D4F507-6EBC-40A5-9692-744C57D8807D}" presName="hierChild4" presStyleCnt="0"/>
      <dgm:spPr/>
    </dgm:pt>
    <dgm:pt modelId="{1CA201EA-78FB-4C8D-80ED-644A94FA9F0E}" type="pres">
      <dgm:prSet presAssocID="{58D4F507-6EBC-40A5-9692-744C57D8807D}" presName="hierChild5" presStyleCnt="0"/>
      <dgm:spPr/>
    </dgm:pt>
    <dgm:pt modelId="{4F0BDDB0-349E-437F-B65B-26B293BDF307}" type="pres">
      <dgm:prSet presAssocID="{2EC377FF-DA6A-4982-92A2-48FE57502807}" presName="Name37" presStyleLbl="parChTrans1D4" presStyleIdx="33" presStyleCnt="46"/>
      <dgm:spPr/>
    </dgm:pt>
    <dgm:pt modelId="{B3010712-3B93-490A-9D97-FE360136D64C}" type="pres">
      <dgm:prSet presAssocID="{03DA4889-AF22-4446-A92C-28FA80ABD1F6}" presName="hierRoot2" presStyleCnt="0">
        <dgm:presLayoutVars>
          <dgm:hierBranch val="init"/>
        </dgm:presLayoutVars>
      </dgm:prSet>
      <dgm:spPr/>
    </dgm:pt>
    <dgm:pt modelId="{B4F264D0-7D5C-457B-B640-B1417615721B}" type="pres">
      <dgm:prSet presAssocID="{03DA4889-AF22-4446-A92C-28FA80ABD1F6}" presName="rootComposite" presStyleCnt="0"/>
      <dgm:spPr/>
    </dgm:pt>
    <dgm:pt modelId="{681D547F-5466-45AF-8ED3-BEDA5F950653}" type="pres">
      <dgm:prSet presAssocID="{03DA4889-AF22-4446-A92C-28FA80ABD1F6}" presName="rootText" presStyleLbl="node4" presStyleIdx="33" presStyleCnt="46">
        <dgm:presLayoutVars>
          <dgm:chPref val="3"/>
        </dgm:presLayoutVars>
      </dgm:prSet>
      <dgm:spPr/>
    </dgm:pt>
    <dgm:pt modelId="{ABFEBE11-BD0F-4255-96DC-ECBDA74032E1}" type="pres">
      <dgm:prSet presAssocID="{03DA4889-AF22-4446-A92C-28FA80ABD1F6}" presName="rootConnector" presStyleLbl="node4" presStyleIdx="33" presStyleCnt="46"/>
      <dgm:spPr/>
    </dgm:pt>
    <dgm:pt modelId="{9B25C2BA-3D65-46E3-91E5-BBA2807A00A8}" type="pres">
      <dgm:prSet presAssocID="{03DA4889-AF22-4446-A92C-28FA80ABD1F6}" presName="hierChild4" presStyleCnt="0"/>
      <dgm:spPr/>
    </dgm:pt>
    <dgm:pt modelId="{ECCE64B5-5438-4A3B-965B-5EF7BCE1C69B}" type="pres">
      <dgm:prSet presAssocID="{03DA4889-AF22-4446-A92C-28FA80ABD1F6}" presName="hierChild5" presStyleCnt="0"/>
      <dgm:spPr/>
    </dgm:pt>
    <dgm:pt modelId="{22C8A7B9-3D4A-4045-A7D6-2C1BC89F8F02}" type="pres">
      <dgm:prSet presAssocID="{C5D60E17-FA95-41AD-BFE0-9254722B8FD9}" presName="Name37" presStyleLbl="parChTrans1D4" presStyleIdx="34" presStyleCnt="46"/>
      <dgm:spPr/>
    </dgm:pt>
    <dgm:pt modelId="{D2DF49B5-3866-4B8E-B563-C9E0E79C4B1D}" type="pres">
      <dgm:prSet presAssocID="{E95A5B67-AEFA-4440-812B-673D5D782D5F}" presName="hierRoot2" presStyleCnt="0">
        <dgm:presLayoutVars>
          <dgm:hierBranch val="init"/>
        </dgm:presLayoutVars>
      </dgm:prSet>
      <dgm:spPr/>
    </dgm:pt>
    <dgm:pt modelId="{D565EAF3-825F-4D66-989A-976D9E0512C4}" type="pres">
      <dgm:prSet presAssocID="{E95A5B67-AEFA-4440-812B-673D5D782D5F}" presName="rootComposite" presStyleCnt="0"/>
      <dgm:spPr/>
    </dgm:pt>
    <dgm:pt modelId="{FF1DD4B5-1393-4897-8062-5E6E8A776BA8}" type="pres">
      <dgm:prSet presAssocID="{E95A5B67-AEFA-4440-812B-673D5D782D5F}" presName="rootText" presStyleLbl="node4" presStyleIdx="34" presStyleCnt="46">
        <dgm:presLayoutVars>
          <dgm:chPref val="3"/>
        </dgm:presLayoutVars>
      </dgm:prSet>
      <dgm:spPr/>
    </dgm:pt>
    <dgm:pt modelId="{509B807E-88AD-4597-9D5B-6385D3AB3F60}" type="pres">
      <dgm:prSet presAssocID="{E95A5B67-AEFA-4440-812B-673D5D782D5F}" presName="rootConnector" presStyleLbl="node4" presStyleIdx="34" presStyleCnt="46"/>
      <dgm:spPr/>
    </dgm:pt>
    <dgm:pt modelId="{5398E04F-5426-4B65-9530-81A9E9DC891E}" type="pres">
      <dgm:prSet presAssocID="{E95A5B67-AEFA-4440-812B-673D5D782D5F}" presName="hierChild4" presStyleCnt="0"/>
      <dgm:spPr/>
    </dgm:pt>
    <dgm:pt modelId="{0EE4B160-4BFD-48F8-834C-2988106B3BAD}" type="pres">
      <dgm:prSet presAssocID="{E95A5B67-AEFA-4440-812B-673D5D782D5F}" presName="hierChild5" presStyleCnt="0"/>
      <dgm:spPr/>
    </dgm:pt>
    <dgm:pt modelId="{9BDF017A-AB66-448E-A60E-755EBB28ACCC}" type="pres">
      <dgm:prSet presAssocID="{AC914804-7302-413E-B511-EA87DD591312}" presName="hierChild5" presStyleCnt="0"/>
      <dgm:spPr/>
    </dgm:pt>
    <dgm:pt modelId="{051380B9-A334-45AF-AF0C-215B69B19F9C}" type="pres">
      <dgm:prSet presAssocID="{2CD17835-7AB4-453A-B806-D76787681551}" presName="Name37" presStyleLbl="parChTrans1D3" presStyleIdx="9" presStyleCnt="11"/>
      <dgm:spPr/>
    </dgm:pt>
    <dgm:pt modelId="{072038A9-6F76-4A01-8827-47086F47A62E}" type="pres">
      <dgm:prSet presAssocID="{41B8B842-182E-4829-B2E7-21131C57B832}" presName="hierRoot2" presStyleCnt="0">
        <dgm:presLayoutVars>
          <dgm:hierBranch val="init"/>
        </dgm:presLayoutVars>
      </dgm:prSet>
      <dgm:spPr/>
    </dgm:pt>
    <dgm:pt modelId="{EE4F1172-CF3E-4027-AE94-9B5736850D47}" type="pres">
      <dgm:prSet presAssocID="{41B8B842-182E-4829-B2E7-21131C57B832}" presName="rootComposite" presStyleCnt="0"/>
      <dgm:spPr/>
    </dgm:pt>
    <dgm:pt modelId="{1DC59C32-D795-4758-97FE-B317CF67C902}" type="pres">
      <dgm:prSet presAssocID="{41B8B842-182E-4829-B2E7-21131C57B832}" presName="rootText" presStyleLbl="node3" presStyleIdx="9" presStyleCnt="11">
        <dgm:presLayoutVars>
          <dgm:chPref val="3"/>
        </dgm:presLayoutVars>
      </dgm:prSet>
      <dgm:spPr/>
    </dgm:pt>
    <dgm:pt modelId="{F1A01E31-A9A8-4A0B-8627-FCA82BC7984D}" type="pres">
      <dgm:prSet presAssocID="{41B8B842-182E-4829-B2E7-21131C57B832}" presName="rootConnector" presStyleLbl="node3" presStyleIdx="9" presStyleCnt="11"/>
      <dgm:spPr/>
    </dgm:pt>
    <dgm:pt modelId="{538B87C2-8612-4D32-9009-E19789F73C2E}" type="pres">
      <dgm:prSet presAssocID="{41B8B842-182E-4829-B2E7-21131C57B832}" presName="hierChild4" presStyleCnt="0"/>
      <dgm:spPr/>
    </dgm:pt>
    <dgm:pt modelId="{622A7EAD-6890-4C35-BAE7-661B33C3CF72}" type="pres">
      <dgm:prSet presAssocID="{F28FAFCB-896B-4A46-93D7-6D631E8F61D5}" presName="Name37" presStyleLbl="parChTrans1D4" presStyleIdx="35" presStyleCnt="46"/>
      <dgm:spPr/>
    </dgm:pt>
    <dgm:pt modelId="{D8FC5035-A5A7-46AA-9FA9-93B59A7977DF}" type="pres">
      <dgm:prSet presAssocID="{C8E9275B-95CA-46C9-9D0C-55F5178C26DA}" presName="hierRoot2" presStyleCnt="0">
        <dgm:presLayoutVars>
          <dgm:hierBranch val="init"/>
        </dgm:presLayoutVars>
      </dgm:prSet>
      <dgm:spPr/>
    </dgm:pt>
    <dgm:pt modelId="{91D61C27-F0DC-42AE-B942-47C6B2F60CA9}" type="pres">
      <dgm:prSet presAssocID="{C8E9275B-95CA-46C9-9D0C-55F5178C26DA}" presName="rootComposite" presStyleCnt="0"/>
      <dgm:spPr/>
    </dgm:pt>
    <dgm:pt modelId="{0EAB04D5-AD65-47FD-AD96-C17FFB8E84D1}" type="pres">
      <dgm:prSet presAssocID="{C8E9275B-95CA-46C9-9D0C-55F5178C26DA}" presName="rootText" presStyleLbl="node4" presStyleIdx="35" presStyleCnt="46">
        <dgm:presLayoutVars>
          <dgm:chPref val="3"/>
        </dgm:presLayoutVars>
      </dgm:prSet>
      <dgm:spPr/>
    </dgm:pt>
    <dgm:pt modelId="{F1E9C79A-6C1E-463A-8A3E-D7E12958BEB9}" type="pres">
      <dgm:prSet presAssocID="{C8E9275B-95CA-46C9-9D0C-55F5178C26DA}" presName="rootConnector" presStyleLbl="node4" presStyleIdx="35" presStyleCnt="46"/>
      <dgm:spPr/>
    </dgm:pt>
    <dgm:pt modelId="{A4C848EF-843D-4CFE-A6B9-C54913EEEEFE}" type="pres">
      <dgm:prSet presAssocID="{C8E9275B-95CA-46C9-9D0C-55F5178C26DA}" presName="hierChild4" presStyleCnt="0"/>
      <dgm:spPr/>
    </dgm:pt>
    <dgm:pt modelId="{0A440014-3C6C-4CF5-9169-FAF9DFBE056E}" type="pres">
      <dgm:prSet presAssocID="{C8E9275B-95CA-46C9-9D0C-55F5178C26DA}" presName="hierChild5" presStyleCnt="0"/>
      <dgm:spPr/>
    </dgm:pt>
    <dgm:pt modelId="{3EA1A24A-7D2D-4C8B-9059-27691D6FDC81}" type="pres">
      <dgm:prSet presAssocID="{9B3DFFE2-A80E-46EF-89FF-A63838F6C94C}" presName="Name37" presStyleLbl="parChTrans1D4" presStyleIdx="36" presStyleCnt="46"/>
      <dgm:spPr/>
    </dgm:pt>
    <dgm:pt modelId="{62704CA1-AF77-4042-BC8C-95962D8C0E46}" type="pres">
      <dgm:prSet presAssocID="{6798FF78-B509-4896-BF82-ABDD5FDBC12F}" presName="hierRoot2" presStyleCnt="0">
        <dgm:presLayoutVars>
          <dgm:hierBranch val="init"/>
        </dgm:presLayoutVars>
      </dgm:prSet>
      <dgm:spPr/>
    </dgm:pt>
    <dgm:pt modelId="{38D12A4B-43F2-4593-9636-573670E19024}" type="pres">
      <dgm:prSet presAssocID="{6798FF78-B509-4896-BF82-ABDD5FDBC12F}" presName="rootComposite" presStyleCnt="0"/>
      <dgm:spPr/>
    </dgm:pt>
    <dgm:pt modelId="{5ABCF0ED-6A20-4E6A-AE92-C9B7C2E70489}" type="pres">
      <dgm:prSet presAssocID="{6798FF78-B509-4896-BF82-ABDD5FDBC12F}" presName="rootText" presStyleLbl="node4" presStyleIdx="36" presStyleCnt="46">
        <dgm:presLayoutVars>
          <dgm:chPref val="3"/>
        </dgm:presLayoutVars>
      </dgm:prSet>
      <dgm:spPr/>
    </dgm:pt>
    <dgm:pt modelId="{97DD66FF-714B-4E84-B755-1342C9B21B4F}" type="pres">
      <dgm:prSet presAssocID="{6798FF78-B509-4896-BF82-ABDD5FDBC12F}" presName="rootConnector" presStyleLbl="node4" presStyleIdx="36" presStyleCnt="46"/>
      <dgm:spPr/>
    </dgm:pt>
    <dgm:pt modelId="{24621012-4128-4084-9E6D-3032BB27C9B4}" type="pres">
      <dgm:prSet presAssocID="{6798FF78-B509-4896-BF82-ABDD5FDBC12F}" presName="hierChild4" presStyleCnt="0"/>
      <dgm:spPr/>
    </dgm:pt>
    <dgm:pt modelId="{A86A8704-DF60-4560-BC97-7CD75553B7B1}" type="pres">
      <dgm:prSet presAssocID="{6798FF78-B509-4896-BF82-ABDD5FDBC12F}" presName="hierChild5" presStyleCnt="0"/>
      <dgm:spPr/>
    </dgm:pt>
    <dgm:pt modelId="{92027BC4-942F-448D-9FF9-50D32CC4F9F8}" type="pres">
      <dgm:prSet presAssocID="{5DD8AA6F-C004-425D-93BC-81DEAA5332B6}" presName="Name37" presStyleLbl="parChTrans1D4" presStyleIdx="37" presStyleCnt="46"/>
      <dgm:spPr/>
    </dgm:pt>
    <dgm:pt modelId="{46FDD457-5269-4A15-A332-7D0595E16351}" type="pres">
      <dgm:prSet presAssocID="{878C280D-1283-434C-89F6-07881A706581}" presName="hierRoot2" presStyleCnt="0">
        <dgm:presLayoutVars>
          <dgm:hierBranch val="init"/>
        </dgm:presLayoutVars>
      </dgm:prSet>
      <dgm:spPr/>
    </dgm:pt>
    <dgm:pt modelId="{98FEA4D2-A79F-4DD3-AA73-C27D46C02E69}" type="pres">
      <dgm:prSet presAssocID="{878C280D-1283-434C-89F6-07881A706581}" presName="rootComposite" presStyleCnt="0"/>
      <dgm:spPr/>
    </dgm:pt>
    <dgm:pt modelId="{6ACDB490-5CCC-46E5-872A-95861B7CFC3A}" type="pres">
      <dgm:prSet presAssocID="{878C280D-1283-434C-89F6-07881A706581}" presName="rootText" presStyleLbl="node4" presStyleIdx="37" presStyleCnt="46">
        <dgm:presLayoutVars>
          <dgm:chPref val="3"/>
        </dgm:presLayoutVars>
      </dgm:prSet>
      <dgm:spPr/>
    </dgm:pt>
    <dgm:pt modelId="{0FB9326A-0F22-4199-B7AD-18155633451C}" type="pres">
      <dgm:prSet presAssocID="{878C280D-1283-434C-89F6-07881A706581}" presName="rootConnector" presStyleLbl="node4" presStyleIdx="37" presStyleCnt="46"/>
      <dgm:spPr/>
    </dgm:pt>
    <dgm:pt modelId="{2691876E-A221-47F0-BC6B-5709FEA00181}" type="pres">
      <dgm:prSet presAssocID="{878C280D-1283-434C-89F6-07881A706581}" presName="hierChild4" presStyleCnt="0"/>
      <dgm:spPr/>
    </dgm:pt>
    <dgm:pt modelId="{0FE23374-4984-489E-AFED-DA2184B41BA5}" type="pres">
      <dgm:prSet presAssocID="{878C280D-1283-434C-89F6-07881A706581}" presName="hierChild5" presStyleCnt="0"/>
      <dgm:spPr/>
    </dgm:pt>
    <dgm:pt modelId="{63A68709-9AB7-4FBA-A44B-D49A93670E00}" type="pres">
      <dgm:prSet presAssocID="{1078D308-B2F6-42D9-A3B9-811CB04AF5B7}" presName="Name37" presStyleLbl="parChTrans1D4" presStyleIdx="38" presStyleCnt="46"/>
      <dgm:spPr/>
    </dgm:pt>
    <dgm:pt modelId="{FDC0E47D-045D-4903-A35D-4B7607CC1254}" type="pres">
      <dgm:prSet presAssocID="{C76DD4BC-E8F8-4ACD-80FB-4BBFDF4DEB3F}" presName="hierRoot2" presStyleCnt="0">
        <dgm:presLayoutVars>
          <dgm:hierBranch val="init"/>
        </dgm:presLayoutVars>
      </dgm:prSet>
      <dgm:spPr/>
    </dgm:pt>
    <dgm:pt modelId="{E1573F85-8BD5-4616-A5E6-C61E48762FAA}" type="pres">
      <dgm:prSet presAssocID="{C76DD4BC-E8F8-4ACD-80FB-4BBFDF4DEB3F}" presName="rootComposite" presStyleCnt="0"/>
      <dgm:spPr/>
    </dgm:pt>
    <dgm:pt modelId="{A39553A8-8DDC-4E56-94FE-8BCCEC86EF29}" type="pres">
      <dgm:prSet presAssocID="{C76DD4BC-E8F8-4ACD-80FB-4BBFDF4DEB3F}" presName="rootText" presStyleLbl="node4" presStyleIdx="38" presStyleCnt="46">
        <dgm:presLayoutVars>
          <dgm:chPref val="3"/>
        </dgm:presLayoutVars>
      </dgm:prSet>
      <dgm:spPr/>
    </dgm:pt>
    <dgm:pt modelId="{ECEA2F1C-C716-4843-91E0-8CA9703C0947}" type="pres">
      <dgm:prSet presAssocID="{C76DD4BC-E8F8-4ACD-80FB-4BBFDF4DEB3F}" presName="rootConnector" presStyleLbl="node4" presStyleIdx="38" presStyleCnt="46"/>
      <dgm:spPr/>
    </dgm:pt>
    <dgm:pt modelId="{FE0A3313-D715-4F79-A1A4-63F437E095DB}" type="pres">
      <dgm:prSet presAssocID="{C76DD4BC-E8F8-4ACD-80FB-4BBFDF4DEB3F}" presName="hierChild4" presStyleCnt="0"/>
      <dgm:spPr/>
    </dgm:pt>
    <dgm:pt modelId="{019C8C4A-E174-4909-A91D-7A1927890E88}" type="pres">
      <dgm:prSet presAssocID="{C76DD4BC-E8F8-4ACD-80FB-4BBFDF4DEB3F}" presName="hierChild5" presStyleCnt="0"/>
      <dgm:spPr/>
    </dgm:pt>
    <dgm:pt modelId="{25700E45-5EC8-40D4-B400-4094C011374C}" type="pres">
      <dgm:prSet presAssocID="{41B8B842-182E-4829-B2E7-21131C57B832}" presName="hierChild5" presStyleCnt="0"/>
      <dgm:spPr/>
    </dgm:pt>
    <dgm:pt modelId="{57E23BDB-D58F-4121-857C-8C43B8F207DA}" type="pres">
      <dgm:prSet presAssocID="{90E3AC37-DD85-4BA3-991E-01D73E464428}" presName="Name37" presStyleLbl="parChTrans1D3" presStyleIdx="10" presStyleCnt="11"/>
      <dgm:spPr/>
    </dgm:pt>
    <dgm:pt modelId="{E9938643-A94A-4AB3-8FCE-E3B843DA4ADB}" type="pres">
      <dgm:prSet presAssocID="{B71BA17D-BFE1-488C-A09E-C39F5C1A86F7}" presName="hierRoot2" presStyleCnt="0">
        <dgm:presLayoutVars>
          <dgm:hierBranch val="init"/>
        </dgm:presLayoutVars>
      </dgm:prSet>
      <dgm:spPr/>
    </dgm:pt>
    <dgm:pt modelId="{9EE17D13-2E04-4173-97C1-F13F2236F91F}" type="pres">
      <dgm:prSet presAssocID="{B71BA17D-BFE1-488C-A09E-C39F5C1A86F7}" presName="rootComposite" presStyleCnt="0"/>
      <dgm:spPr/>
    </dgm:pt>
    <dgm:pt modelId="{9157A1FE-6233-4636-BE8B-CADAFCA3FDCB}" type="pres">
      <dgm:prSet presAssocID="{B71BA17D-BFE1-488C-A09E-C39F5C1A86F7}" presName="rootText" presStyleLbl="node3" presStyleIdx="10" presStyleCnt="11">
        <dgm:presLayoutVars>
          <dgm:chPref val="3"/>
        </dgm:presLayoutVars>
      </dgm:prSet>
      <dgm:spPr/>
    </dgm:pt>
    <dgm:pt modelId="{99BBBBB9-F0FF-4F68-827E-9F1F0F412351}" type="pres">
      <dgm:prSet presAssocID="{B71BA17D-BFE1-488C-A09E-C39F5C1A86F7}" presName="rootConnector" presStyleLbl="node3" presStyleIdx="10" presStyleCnt="11"/>
      <dgm:spPr/>
    </dgm:pt>
    <dgm:pt modelId="{1ADB84CD-1EBD-4A1C-88D1-8FA9AE8436B2}" type="pres">
      <dgm:prSet presAssocID="{B71BA17D-BFE1-488C-A09E-C39F5C1A86F7}" presName="hierChild4" presStyleCnt="0"/>
      <dgm:spPr/>
    </dgm:pt>
    <dgm:pt modelId="{7600C382-A9B0-48E9-B2AD-D381024E4E13}" type="pres">
      <dgm:prSet presAssocID="{638F1B56-E69B-4A31-92BF-D717D95C3564}" presName="Name37" presStyleLbl="parChTrans1D4" presStyleIdx="39" presStyleCnt="46"/>
      <dgm:spPr/>
    </dgm:pt>
    <dgm:pt modelId="{0A5CCBC0-23A9-4DE4-AFE1-5938FEE658CF}" type="pres">
      <dgm:prSet presAssocID="{BA76FAE8-41FB-47DE-8C15-AF333C65A7B3}" presName="hierRoot2" presStyleCnt="0">
        <dgm:presLayoutVars>
          <dgm:hierBranch val="init"/>
        </dgm:presLayoutVars>
      </dgm:prSet>
      <dgm:spPr/>
    </dgm:pt>
    <dgm:pt modelId="{504503C6-FF8C-4990-B94A-EED6654DCEE2}" type="pres">
      <dgm:prSet presAssocID="{BA76FAE8-41FB-47DE-8C15-AF333C65A7B3}" presName="rootComposite" presStyleCnt="0"/>
      <dgm:spPr/>
    </dgm:pt>
    <dgm:pt modelId="{128F835C-6E26-4AB9-AB94-161EF1BABCD2}" type="pres">
      <dgm:prSet presAssocID="{BA76FAE8-41FB-47DE-8C15-AF333C65A7B3}" presName="rootText" presStyleLbl="node4" presStyleIdx="39" presStyleCnt="46">
        <dgm:presLayoutVars>
          <dgm:chPref val="3"/>
        </dgm:presLayoutVars>
      </dgm:prSet>
      <dgm:spPr/>
    </dgm:pt>
    <dgm:pt modelId="{D8A33851-C2EF-47C5-9B40-7F1A4A79DAE9}" type="pres">
      <dgm:prSet presAssocID="{BA76FAE8-41FB-47DE-8C15-AF333C65A7B3}" presName="rootConnector" presStyleLbl="node4" presStyleIdx="39" presStyleCnt="46"/>
      <dgm:spPr/>
    </dgm:pt>
    <dgm:pt modelId="{B3224408-80F6-4234-958D-B42987951DDA}" type="pres">
      <dgm:prSet presAssocID="{BA76FAE8-41FB-47DE-8C15-AF333C65A7B3}" presName="hierChild4" presStyleCnt="0"/>
      <dgm:spPr/>
    </dgm:pt>
    <dgm:pt modelId="{346C0D8F-2D9A-4449-8AC1-06DB06248A70}" type="pres">
      <dgm:prSet presAssocID="{BA76FAE8-41FB-47DE-8C15-AF333C65A7B3}" presName="hierChild5" presStyleCnt="0"/>
      <dgm:spPr/>
    </dgm:pt>
    <dgm:pt modelId="{79514610-2515-493E-AEAD-DFBC5697291B}" type="pres">
      <dgm:prSet presAssocID="{A889FB44-4465-4AF3-8C24-47316B00577C}" presName="Name37" presStyleLbl="parChTrans1D4" presStyleIdx="40" presStyleCnt="46"/>
      <dgm:spPr/>
    </dgm:pt>
    <dgm:pt modelId="{1A23132D-4273-4341-A350-E33515D34B72}" type="pres">
      <dgm:prSet presAssocID="{7816F378-2923-43F2-BB23-AE08FE323166}" presName="hierRoot2" presStyleCnt="0">
        <dgm:presLayoutVars>
          <dgm:hierBranch val="init"/>
        </dgm:presLayoutVars>
      </dgm:prSet>
      <dgm:spPr/>
    </dgm:pt>
    <dgm:pt modelId="{D7D82E3C-9BBE-4708-A9C2-C63F37825DD6}" type="pres">
      <dgm:prSet presAssocID="{7816F378-2923-43F2-BB23-AE08FE323166}" presName="rootComposite" presStyleCnt="0"/>
      <dgm:spPr/>
    </dgm:pt>
    <dgm:pt modelId="{2FD84575-BC1E-44F4-A39D-A6FDABE49830}" type="pres">
      <dgm:prSet presAssocID="{7816F378-2923-43F2-BB23-AE08FE323166}" presName="rootText" presStyleLbl="node4" presStyleIdx="40" presStyleCnt="46">
        <dgm:presLayoutVars>
          <dgm:chPref val="3"/>
        </dgm:presLayoutVars>
      </dgm:prSet>
      <dgm:spPr/>
    </dgm:pt>
    <dgm:pt modelId="{E3B3F458-7882-4CDA-82EC-65A8852C3EF9}" type="pres">
      <dgm:prSet presAssocID="{7816F378-2923-43F2-BB23-AE08FE323166}" presName="rootConnector" presStyleLbl="node4" presStyleIdx="40" presStyleCnt="46"/>
      <dgm:spPr/>
    </dgm:pt>
    <dgm:pt modelId="{7CF57CEB-025E-4155-A817-C6280EEA51F8}" type="pres">
      <dgm:prSet presAssocID="{7816F378-2923-43F2-BB23-AE08FE323166}" presName="hierChild4" presStyleCnt="0"/>
      <dgm:spPr/>
    </dgm:pt>
    <dgm:pt modelId="{F926A662-0C28-4B05-A95B-3FC3CC19ABCC}" type="pres">
      <dgm:prSet presAssocID="{7816F378-2923-43F2-BB23-AE08FE323166}" presName="hierChild5" presStyleCnt="0"/>
      <dgm:spPr/>
    </dgm:pt>
    <dgm:pt modelId="{B5032761-594E-47F5-9560-D1F464DED70B}" type="pres">
      <dgm:prSet presAssocID="{D6BD9F2C-C714-4B8B-9AE4-C309A79F188B}" presName="Name37" presStyleLbl="parChTrans1D4" presStyleIdx="41" presStyleCnt="46"/>
      <dgm:spPr/>
    </dgm:pt>
    <dgm:pt modelId="{01D9C600-D50F-45DE-BD8D-AC273B9DF612}" type="pres">
      <dgm:prSet presAssocID="{5484ED55-584F-405C-8789-A7BBE9D98DBC}" presName="hierRoot2" presStyleCnt="0">
        <dgm:presLayoutVars>
          <dgm:hierBranch val="init"/>
        </dgm:presLayoutVars>
      </dgm:prSet>
      <dgm:spPr/>
    </dgm:pt>
    <dgm:pt modelId="{5DF32197-679D-4330-8469-EE9093A4A3A8}" type="pres">
      <dgm:prSet presAssocID="{5484ED55-584F-405C-8789-A7BBE9D98DBC}" presName="rootComposite" presStyleCnt="0"/>
      <dgm:spPr/>
    </dgm:pt>
    <dgm:pt modelId="{CB0E5E9B-082E-45F1-8505-49FF0803B19E}" type="pres">
      <dgm:prSet presAssocID="{5484ED55-584F-405C-8789-A7BBE9D98DBC}" presName="rootText" presStyleLbl="node4" presStyleIdx="41" presStyleCnt="46">
        <dgm:presLayoutVars>
          <dgm:chPref val="3"/>
        </dgm:presLayoutVars>
      </dgm:prSet>
      <dgm:spPr/>
    </dgm:pt>
    <dgm:pt modelId="{8D1FDB89-ADDE-4C9C-8A78-00AA8B52868E}" type="pres">
      <dgm:prSet presAssocID="{5484ED55-584F-405C-8789-A7BBE9D98DBC}" presName="rootConnector" presStyleLbl="node4" presStyleIdx="41" presStyleCnt="46"/>
      <dgm:spPr/>
    </dgm:pt>
    <dgm:pt modelId="{DC2C9965-7E4B-4614-988A-B09F170F8A98}" type="pres">
      <dgm:prSet presAssocID="{5484ED55-584F-405C-8789-A7BBE9D98DBC}" presName="hierChild4" presStyleCnt="0"/>
      <dgm:spPr/>
    </dgm:pt>
    <dgm:pt modelId="{8D7B6F03-E51F-48F8-A541-A0B7F2F00FB1}" type="pres">
      <dgm:prSet presAssocID="{5484ED55-584F-405C-8789-A7BBE9D98DBC}" presName="hierChild5" presStyleCnt="0"/>
      <dgm:spPr/>
    </dgm:pt>
    <dgm:pt modelId="{987345CD-744A-475D-8F76-94E75166AC94}" type="pres">
      <dgm:prSet presAssocID="{C5BB0FB4-A274-49FB-887E-44E940BFEA8C}" presName="Name37" presStyleLbl="parChTrans1D4" presStyleIdx="42" presStyleCnt="46"/>
      <dgm:spPr/>
    </dgm:pt>
    <dgm:pt modelId="{DAB5D53D-75D3-4D63-897A-2B3CE90FF573}" type="pres">
      <dgm:prSet presAssocID="{3E6549BB-9541-46E3-BE27-276261508F39}" presName="hierRoot2" presStyleCnt="0">
        <dgm:presLayoutVars>
          <dgm:hierBranch val="init"/>
        </dgm:presLayoutVars>
      </dgm:prSet>
      <dgm:spPr/>
    </dgm:pt>
    <dgm:pt modelId="{162DE4C7-81BC-4EE2-B635-E772451A5731}" type="pres">
      <dgm:prSet presAssocID="{3E6549BB-9541-46E3-BE27-276261508F39}" presName="rootComposite" presStyleCnt="0"/>
      <dgm:spPr/>
    </dgm:pt>
    <dgm:pt modelId="{09BEEB9A-51DF-4EB1-A130-17FDA1589E4F}" type="pres">
      <dgm:prSet presAssocID="{3E6549BB-9541-46E3-BE27-276261508F39}" presName="rootText" presStyleLbl="node4" presStyleIdx="42" presStyleCnt="46">
        <dgm:presLayoutVars>
          <dgm:chPref val="3"/>
        </dgm:presLayoutVars>
      </dgm:prSet>
      <dgm:spPr/>
    </dgm:pt>
    <dgm:pt modelId="{0D52BCA9-7172-403D-A58D-E2EE80541B1F}" type="pres">
      <dgm:prSet presAssocID="{3E6549BB-9541-46E3-BE27-276261508F39}" presName="rootConnector" presStyleLbl="node4" presStyleIdx="42" presStyleCnt="46"/>
      <dgm:spPr/>
    </dgm:pt>
    <dgm:pt modelId="{113E0233-A0D7-4BD2-90E8-6CFE1E3A50F7}" type="pres">
      <dgm:prSet presAssocID="{3E6549BB-9541-46E3-BE27-276261508F39}" presName="hierChild4" presStyleCnt="0"/>
      <dgm:spPr/>
    </dgm:pt>
    <dgm:pt modelId="{77B6C504-D843-4439-857A-621E29CC3BE0}" type="pres">
      <dgm:prSet presAssocID="{3E6549BB-9541-46E3-BE27-276261508F39}" presName="hierChild5" presStyleCnt="0"/>
      <dgm:spPr/>
    </dgm:pt>
    <dgm:pt modelId="{75DC38CB-7A80-49CD-B625-6329513BECA9}" type="pres">
      <dgm:prSet presAssocID="{4A7685D0-77FA-4483-AC95-BEECBBA6C63D}" presName="Name37" presStyleLbl="parChTrans1D4" presStyleIdx="43" presStyleCnt="46"/>
      <dgm:spPr/>
    </dgm:pt>
    <dgm:pt modelId="{5195F958-15B0-48E9-A8FC-D1E516CB946C}" type="pres">
      <dgm:prSet presAssocID="{31BA2094-2F8C-414F-9B2D-F9D14868EEC1}" presName="hierRoot2" presStyleCnt="0">
        <dgm:presLayoutVars>
          <dgm:hierBranch val="init"/>
        </dgm:presLayoutVars>
      </dgm:prSet>
      <dgm:spPr/>
    </dgm:pt>
    <dgm:pt modelId="{1D8E0D6A-89AE-4B2E-BD3F-28A6B5C7F948}" type="pres">
      <dgm:prSet presAssocID="{31BA2094-2F8C-414F-9B2D-F9D14868EEC1}" presName="rootComposite" presStyleCnt="0"/>
      <dgm:spPr/>
    </dgm:pt>
    <dgm:pt modelId="{8564B05C-2B23-4103-9A5F-DA331E55C44C}" type="pres">
      <dgm:prSet presAssocID="{31BA2094-2F8C-414F-9B2D-F9D14868EEC1}" presName="rootText" presStyleLbl="node4" presStyleIdx="43" presStyleCnt="46">
        <dgm:presLayoutVars>
          <dgm:chPref val="3"/>
        </dgm:presLayoutVars>
      </dgm:prSet>
      <dgm:spPr/>
    </dgm:pt>
    <dgm:pt modelId="{05AC781A-7D60-48ED-B247-638FDB7B2FAB}" type="pres">
      <dgm:prSet presAssocID="{31BA2094-2F8C-414F-9B2D-F9D14868EEC1}" presName="rootConnector" presStyleLbl="node4" presStyleIdx="43" presStyleCnt="46"/>
      <dgm:spPr/>
    </dgm:pt>
    <dgm:pt modelId="{4EE741B6-0186-46C0-9F41-519527614E57}" type="pres">
      <dgm:prSet presAssocID="{31BA2094-2F8C-414F-9B2D-F9D14868EEC1}" presName="hierChild4" presStyleCnt="0"/>
      <dgm:spPr/>
    </dgm:pt>
    <dgm:pt modelId="{17AF152F-C444-46F7-BA20-91E4A605B5E8}" type="pres">
      <dgm:prSet presAssocID="{31BA2094-2F8C-414F-9B2D-F9D14868EEC1}" presName="hierChild5" presStyleCnt="0"/>
      <dgm:spPr/>
    </dgm:pt>
    <dgm:pt modelId="{7E47D45E-43D2-4B36-8A28-B06B9AFAC09D}" type="pres">
      <dgm:prSet presAssocID="{64FC8A06-7640-4096-884A-36B49C0E768B}" presName="Name37" presStyleLbl="parChTrans1D4" presStyleIdx="44" presStyleCnt="46"/>
      <dgm:spPr/>
    </dgm:pt>
    <dgm:pt modelId="{EB3C610D-A95A-4C74-84FD-39383FC926DD}" type="pres">
      <dgm:prSet presAssocID="{31D60A8F-FF4E-411E-A7F9-5BBFC4CB4F6F}" presName="hierRoot2" presStyleCnt="0">
        <dgm:presLayoutVars>
          <dgm:hierBranch val="init"/>
        </dgm:presLayoutVars>
      </dgm:prSet>
      <dgm:spPr/>
    </dgm:pt>
    <dgm:pt modelId="{9A26F2CB-6FB0-4D64-87BA-E2F1CC773890}" type="pres">
      <dgm:prSet presAssocID="{31D60A8F-FF4E-411E-A7F9-5BBFC4CB4F6F}" presName="rootComposite" presStyleCnt="0"/>
      <dgm:spPr/>
    </dgm:pt>
    <dgm:pt modelId="{1E709258-BF71-47F9-ADA7-A75AD736CDFB}" type="pres">
      <dgm:prSet presAssocID="{31D60A8F-FF4E-411E-A7F9-5BBFC4CB4F6F}" presName="rootText" presStyleLbl="node4" presStyleIdx="44" presStyleCnt="46">
        <dgm:presLayoutVars>
          <dgm:chPref val="3"/>
        </dgm:presLayoutVars>
      </dgm:prSet>
      <dgm:spPr/>
    </dgm:pt>
    <dgm:pt modelId="{50DDAB3A-A15B-4EDA-8326-002260B5B62F}" type="pres">
      <dgm:prSet presAssocID="{31D60A8F-FF4E-411E-A7F9-5BBFC4CB4F6F}" presName="rootConnector" presStyleLbl="node4" presStyleIdx="44" presStyleCnt="46"/>
      <dgm:spPr/>
    </dgm:pt>
    <dgm:pt modelId="{6D9B68BB-CC56-49F1-B56D-07B878FA9983}" type="pres">
      <dgm:prSet presAssocID="{31D60A8F-FF4E-411E-A7F9-5BBFC4CB4F6F}" presName="hierChild4" presStyleCnt="0"/>
      <dgm:spPr/>
    </dgm:pt>
    <dgm:pt modelId="{65F11F99-F3ED-4D80-A5E0-58EB349B33E0}" type="pres">
      <dgm:prSet presAssocID="{31D60A8F-FF4E-411E-A7F9-5BBFC4CB4F6F}" presName="hierChild5" presStyleCnt="0"/>
      <dgm:spPr/>
    </dgm:pt>
    <dgm:pt modelId="{5DFED46D-E030-46B6-A427-868A617DDB2A}" type="pres">
      <dgm:prSet presAssocID="{0B27195F-34D2-48DC-BF89-10BE1178C08F}" presName="Name37" presStyleLbl="parChTrans1D4" presStyleIdx="45" presStyleCnt="46"/>
      <dgm:spPr/>
    </dgm:pt>
    <dgm:pt modelId="{AF66D56F-BF7E-4A2E-936E-C840798D1CEA}" type="pres">
      <dgm:prSet presAssocID="{7317C372-E8B5-4F53-9D6E-6CCF64AF9524}" presName="hierRoot2" presStyleCnt="0">
        <dgm:presLayoutVars>
          <dgm:hierBranch val="init"/>
        </dgm:presLayoutVars>
      </dgm:prSet>
      <dgm:spPr/>
    </dgm:pt>
    <dgm:pt modelId="{A34562DC-90AC-4EA8-B4EF-77B1A3D0DE9B}" type="pres">
      <dgm:prSet presAssocID="{7317C372-E8B5-4F53-9D6E-6CCF64AF9524}" presName="rootComposite" presStyleCnt="0"/>
      <dgm:spPr/>
    </dgm:pt>
    <dgm:pt modelId="{6C007DFF-737E-4E68-8C08-94FC86DEFBF9}" type="pres">
      <dgm:prSet presAssocID="{7317C372-E8B5-4F53-9D6E-6CCF64AF9524}" presName="rootText" presStyleLbl="node4" presStyleIdx="45" presStyleCnt="46">
        <dgm:presLayoutVars>
          <dgm:chPref val="3"/>
        </dgm:presLayoutVars>
      </dgm:prSet>
      <dgm:spPr/>
    </dgm:pt>
    <dgm:pt modelId="{322D9DE0-221C-491B-BBF5-8FE86EE06052}" type="pres">
      <dgm:prSet presAssocID="{7317C372-E8B5-4F53-9D6E-6CCF64AF9524}" presName="rootConnector" presStyleLbl="node4" presStyleIdx="45" presStyleCnt="46"/>
      <dgm:spPr/>
    </dgm:pt>
    <dgm:pt modelId="{AD122F24-C56C-4FDA-936F-65C8F39932EC}" type="pres">
      <dgm:prSet presAssocID="{7317C372-E8B5-4F53-9D6E-6CCF64AF9524}" presName="hierChild4" presStyleCnt="0"/>
      <dgm:spPr/>
    </dgm:pt>
    <dgm:pt modelId="{BC7E5356-5472-4AB1-A3A9-7248B3A6EBD9}" type="pres">
      <dgm:prSet presAssocID="{7317C372-E8B5-4F53-9D6E-6CCF64AF9524}" presName="hierChild5" presStyleCnt="0"/>
      <dgm:spPr/>
    </dgm:pt>
    <dgm:pt modelId="{B246548F-8DFC-4758-B104-EF6B55EBEE54}" type="pres">
      <dgm:prSet presAssocID="{B71BA17D-BFE1-488C-A09E-C39F5C1A86F7}" presName="hierChild5" presStyleCnt="0"/>
      <dgm:spPr/>
    </dgm:pt>
    <dgm:pt modelId="{439E36EF-63E8-4AC5-9A9F-EDF833472090}" type="pres">
      <dgm:prSet presAssocID="{115BBF3D-B895-4184-BD93-4AA8935F1D15}" presName="hierChild5" presStyleCnt="0"/>
      <dgm:spPr/>
    </dgm:pt>
    <dgm:pt modelId="{A01992B3-8992-4DD2-B7DC-B9869B909B7F}" type="pres">
      <dgm:prSet presAssocID="{58112276-D6E9-4119-8221-2A4359280B24}" presName="hierChild3" presStyleCnt="0"/>
      <dgm:spPr/>
    </dgm:pt>
  </dgm:ptLst>
  <dgm:cxnLst>
    <dgm:cxn modelId="{1A430700-2545-4F0E-8CB9-4EEF85394429}" srcId="{41B8B842-182E-4829-B2E7-21131C57B832}" destId="{6798FF78-B509-4896-BF82-ABDD5FDBC12F}" srcOrd="1" destOrd="0" parTransId="{9B3DFFE2-A80E-46EF-89FF-A63838F6C94C}" sibTransId="{6213B203-74E4-4536-BBBC-CEF8740F91D2}"/>
    <dgm:cxn modelId="{CCF2EA00-A5A4-4B65-91CB-8D2B5FE1932E}" type="presOf" srcId="{CF79153C-1B4A-43F7-8249-9B2695D80FD9}" destId="{1E2975ED-DED6-4FC8-A304-7CA90C034337}" srcOrd="0" destOrd="0" presId="urn:microsoft.com/office/officeart/2005/8/layout/orgChart1"/>
    <dgm:cxn modelId="{77E83B02-D1E7-444C-8AFD-AD7E3CF48736}" srcId="{B96F57EA-AB73-444E-AD94-6F2CFD122458}" destId="{8C0375BC-6E53-4B35-B7AD-BF1B9943491D}" srcOrd="7" destOrd="0" parTransId="{84E130CA-6200-4311-A80D-8C23ED970F09}" sibTransId="{CC1DE1B9-7256-4D27-9CDD-AE06B9F548AD}"/>
    <dgm:cxn modelId="{02DD7D02-2F82-46E6-B16E-10E922374EA0}" type="presOf" srcId="{90E3AC37-DD85-4BA3-991E-01D73E464428}" destId="{57E23BDB-D58F-4121-857C-8C43B8F207DA}" srcOrd="0" destOrd="0" presId="urn:microsoft.com/office/officeart/2005/8/layout/orgChart1"/>
    <dgm:cxn modelId="{D86A5B03-1585-4138-B31A-72DB4EFFEAFE}" srcId="{507FFEF7-0423-49C9-AAD0-284A3B7E6DC9}" destId="{C9441247-8803-4A8A-AC90-6383DA1956B7}" srcOrd="4" destOrd="0" parTransId="{41BA1757-113B-4F63-AAAA-F54F8D671453}" sibTransId="{F137AC65-BF3D-4B40-B760-E7CFDD51B05A}"/>
    <dgm:cxn modelId="{ED133D05-E2C4-4391-8537-25BA98CE8AB1}" type="presOf" srcId="{A1D33583-CE3D-4E95-A65A-433E97C49BD5}" destId="{8675A6CD-6779-467D-BAFF-FB01897AE869}" srcOrd="1" destOrd="0" presId="urn:microsoft.com/office/officeart/2005/8/layout/orgChart1"/>
    <dgm:cxn modelId="{8173D307-867D-4DDC-AEF1-A1FE36ABC316}" type="presOf" srcId="{7816F378-2923-43F2-BB23-AE08FE323166}" destId="{2FD84575-BC1E-44F4-A39D-A6FDABE49830}" srcOrd="0" destOrd="0" presId="urn:microsoft.com/office/officeart/2005/8/layout/orgChart1"/>
    <dgm:cxn modelId="{AAFBDE07-BFFF-4E71-9613-E5FD82FA32B3}" type="presOf" srcId="{E732C3BD-5E69-48A4-89F8-FC2B131D95AA}" destId="{B9F117BA-ACDE-4D44-8E32-85616F7A8934}" srcOrd="0" destOrd="0" presId="urn:microsoft.com/office/officeart/2005/8/layout/orgChart1"/>
    <dgm:cxn modelId="{C1204B08-B53C-4E64-9349-77601EA787C6}" type="presOf" srcId="{009F0CB7-DBAE-4FFE-A2CC-39E906FEC652}" destId="{1B67520F-B14A-4A04-84B2-921A47485257}" srcOrd="0" destOrd="0" presId="urn:microsoft.com/office/officeart/2005/8/layout/orgChart1"/>
    <dgm:cxn modelId="{BAC6F509-5D5B-455C-B088-22CCE68266D6}" type="presOf" srcId="{C8E9275B-95CA-46C9-9D0C-55F5178C26DA}" destId="{0EAB04D5-AD65-47FD-AD96-C17FFB8E84D1}" srcOrd="0" destOrd="0" presId="urn:microsoft.com/office/officeart/2005/8/layout/orgChart1"/>
    <dgm:cxn modelId="{B564E70B-5BC5-4732-A4AC-D3009BE2A196}" srcId="{D1A65168-217D-4756-B3A2-0BE0F9F9C629}" destId="{5A73EE35-5D8D-45A5-B19A-E9D2F96C4F89}" srcOrd="1" destOrd="0" parTransId="{D91D4CC4-1B09-4876-A0AD-B3CD8C7334CC}" sibTransId="{5074FCAE-E228-4031-B329-25F8DD29067F}"/>
    <dgm:cxn modelId="{55DB380C-0E6B-4496-BEA1-4AF8B18A6E60}" type="presOf" srcId="{F9879716-2BC6-4E68-97AF-134ECE6950C5}" destId="{E89B09C9-3638-413A-BD2A-ED7F9B980F7C}" srcOrd="0" destOrd="0" presId="urn:microsoft.com/office/officeart/2005/8/layout/orgChart1"/>
    <dgm:cxn modelId="{7647F70D-BAB8-4EEA-8978-CDAF3844788A}" type="presOf" srcId="{6E42D342-311E-4E06-9360-0AB1637D4A4A}" destId="{2D7562CD-2C44-4EFB-AB7C-5C379F6B4005}" srcOrd="1" destOrd="0" presId="urn:microsoft.com/office/officeart/2005/8/layout/orgChart1"/>
    <dgm:cxn modelId="{DA706410-6C30-4113-BDF8-37E1C312F24B}" type="presOf" srcId="{C76DD4BC-E8F8-4ACD-80FB-4BBFDF4DEB3F}" destId="{A39553A8-8DDC-4E56-94FE-8BCCEC86EF29}" srcOrd="0" destOrd="0" presId="urn:microsoft.com/office/officeart/2005/8/layout/orgChart1"/>
    <dgm:cxn modelId="{BA4E3311-5E67-40D8-86FB-5E3A54DC1125}" srcId="{B71BA17D-BFE1-488C-A09E-C39F5C1A86F7}" destId="{3E6549BB-9541-46E3-BE27-276261508F39}" srcOrd="3" destOrd="0" parTransId="{C5BB0FB4-A274-49FB-887E-44E940BFEA8C}" sibTransId="{6FF1C456-6F4C-4212-93D2-BC85B8995994}"/>
    <dgm:cxn modelId="{96F92C15-803A-4C46-A470-AB71042D7B3A}" type="presOf" srcId="{8221FAEB-620C-4EC2-B61B-58C38D2EAFA8}" destId="{C8947E06-ED8B-42A7-AB5C-9E6F73A3B1F9}" srcOrd="0" destOrd="0" presId="urn:microsoft.com/office/officeart/2005/8/layout/orgChart1"/>
    <dgm:cxn modelId="{88369016-CE98-455A-B259-34C9FED5FC01}" type="presOf" srcId="{C9441247-8803-4A8A-AC90-6383DA1956B7}" destId="{4FFF2551-1352-45D1-82F3-DE60B10B672D}" srcOrd="1" destOrd="0" presId="urn:microsoft.com/office/officeart/2005/8/layout/orgChart1"/>
    <dgm:cxn modelId="{6E19B216-EFA2-46B4-B946-33F41FF8A5D9}" type="presOf" srcId="{58112276-D6E9-4119-8221-2A4359280B24}" destId="{51F571D7-399D-4CD8-9D33-2D770EE30988}" srcOrd="1" destOrd="0" presId="urn:microsoft.com/office/officeart/2005/8/layout/orgChart1"/>
    <dgm:cxn modelId="{C562F716-8B7B-4C6D-AF74-E7B1E408AD25}" type="presOf" srcId="{6AD5AE6F-B55B-4D06-B383-64668F6A27E9}" destId="{70266AC8-1BF5-4070-BC82-CDA4CD5EEF88}" srcOrd="0" destOrd="0" presId="urn:microsoft.com/office/officeart/2005/8/layout/orgChart1"/>
    <dgm:cxn modelId="{C4CA0C17-710B-4F1C-B58B-2077646104DE}" type="presOf" srcId="{E95A5B67-AEFA-4440-812B-673D5D782D5F}" destId="{509B807E-88AD-4597-9D5B-6385D3AB3F60}" srcOrd="1" destOrd="0" presId="urn:microsoft.com/office/officeart/2005/8/layout/orgChart1"/>
    <dgm:cxn modelId="{97462E17-453D-49E5-B087-14E8DDD1AAE8}" type="presOf" srcId="{507FFEF7-0423-49C9-AAD0-284A3B7E6DC9}" destId="{3BD762BA-1654-4AE1-B169-9BA626320D4F}" srcOrd="0" destOrd="0" presId="urn:microsoft.com/office/officeart/2005/8/layout/orgChart1"/>
    <dgm:cxn modelId="{435C1319-B3F9-430F-A9B5-65EEEB3EA9A7}" type="presOf" srcId="{5C2DC02D-A458-452C-859E-8A4674068DEB}" destId="{9594469D-B316-41E2-A02A-CDD13E9351C8}" srcOrd="1" destOrd="0" presId="urn:microsoft.com/office/officeart/2005/8/layout/orgChart1"/>
    <dgm:cxn modelId="{5E045719-B56E-4C9E-9A8C-ACF4A60E3C88}" type="presOf" srcId="{CC1389F9-5440-46FF-B6A4-2EE950330E9A}" destId="{4CD948FE-9318-464F-AC54-E6121CD3B58B}" srcOrd="0" destOrd="0" presId="urn:microsoft.com/office/officeart/2005/8/layout/orgChart1"/>
    <dgm:cxn modelId="{7A5CCB19-02C1-471C-94BF-F18A201928B9}" type="presOf" srcId="{1423FEAB-D60E-4C2A-8B71-4EEAC5F87008}" destId="{4C2060C0-0324-4F59-B7A0-F78883001D12}" srcOrd="0" destOrd="0" presId="urn:microsoft.com/office/officeart/2005/8/layout/orgChart1"/>
    <dgm:cxn modelId="{2348F819-94B2-423D-AB7A-6E3ED4F623B9}" type="presOf" srcId="{D1A65168-217D-4756-B3A2-0BE0F9F9C629}" destId="{A906071C-3093-4726-B2B4-C8E51AA62F57}" srcOrd="0" destOrd="0" presId="urn:microsoft.com/office/officeart/2005/8/layout/orgChart1"/>
    <dgm:cxn modelId="{EB775B1B-58B8-4D78-B707-C7CE3E7A9797}" type="presOf" srcId="{C28DB54A-BC68-4AF9-9822-F41F2D857255}" destId="{81BFCAFF-D5EB-4028-8B60-0DF203604D2C}" srcOrd="0" destOrd="0" presId="urn:microsoft.com/office/officeart/2005/8/layout/orgChart1"/>
    <dgm:cxn modelId="{218EC21B-1A27-437D-9E18-B62C32B3CE70}" srcId="{507FFEF7-0423-49C9-AAD0-284A3B7E6DC9}" destId="{E2CEC090-9F2D-44BB-9151-4E9F957D534B}" srcOrd="0" destOrd="0" parTransId="{A1665A1C-FAE0-479D-89E5-5B91A24A1189}" sibTransId="{531F46EA-D3CB-402B-AD1A-C11973E5BA9A}"/>
    <dgm:cxn modelId="{A8884D1C-9402-4862-9BDD-FF3C1E5B2849}" type="presOf" srcId="{860A26FB-423B-496B-BAB0-B42B0960D613}" destId="{D34AD77B-5188-46AE-91D8-A9E6FF368972}" srcOrd="0" destOrd="0" presId="urn:microsoft.com/office/officeart/2005/8/layout/orgChart1"/>
    <dgm:cxn modelId="{A084B31C-CA8C-4F7A-B491-16BE1E404CFE}" type="presOf" srcId="{B96F57EA-AB73-444E-AD94-6F2CFD122458}" destId="{379ACE82-AD9B-4B83-A1B6-ED847D5FF660}" srcOrd="0" destOrd="0" presId="urn:microsoft.com/office/officeart/2005/8/layout/orgChart1"/>
    <dgm:cxn modelId="{779C621E-4AA5-4020-AE94-AE14B1DEE445}" type="presOf" srcId="{EB5E1ED7-6644-4CAD-A84E-A271BF5240B2}" destId="{CBEE6E80-1634-478B-8E73-F4061F70E596}" srcOrd="0" destOrd="0" presId="urn:microsoft.com/office/officeart/2005/8/layout/orgChart1"/>
    <dgm:cxn modelId="{69C85F20-2110-46A2-B5AA-03FF56F8FA86}" type="presOf" srcId="{58112276-D6E9-4119-8221-2A4359280B24}" destId="{E64290A4-D270-41B4-A810-0AAF81E55BE7}" srcOrd="0" destOrd="0" presId="urn:microsoft.com/office/officeart/2005/8/layout/orgChart1"/>
    <dgm:cxn modelId="{C6884120-85B5-4472-820B-A520B646785D}" srcId="{58112276-D6E9-4119-8221-2A4359280B24}" destId="{083AF036-ACF8-40BF-8460-758691430A55}" srcOrd="0" destOrd="0" parTransId="{CC1389F9-5440-46FF-B6A4-2EE950330E9A}" sibTransId="{2CCCCFC0-27B2-4467-BA4F-FDBD5EC01984}"/>
    <dgm:cxn modelId="{A239E620-438D-4FA1-8DE9-BF8468105BF1}" type="presOf" srcId="{AE865B20-5D28-4D1E-A735-CCDD46ED6EA3}" destId="{2022E907-139E-4301-B151-7FAC2D002768}" srcOrd="1" destOrd="0" presId="urn:microsoft.com/office/officeart/2005/8/layout/orgChart1"/>
    <dgm:cxn modelId="{38A00021-D76C-4B20-98CE-5879F9E2EAB6}" srcId="{115BBF3D-B895-4184-BD93-4AA8935F1D15}" destId="{860A26FB-423B-496B-BAB0-B42B0960D613}" srcOrd="4" destOrd="0" parTransId="{30C7675F-9646-4D56-9967-52D2E3C4F885}" sibTransId="{4EE1504A-C423-4805-AAE9-96CB8955A44C}"/>
    <dgm:cxn modelId="{03012B21-773C-4BF7-BA24-47F7CC1C2355}" type="presOf" srcId="{FC897097-0C7F-49F9-8942-B06D970B513F}" destId="{3809AA1C-4559-4324-A126-D8CC84C84DDD}" srcOrd="1" destOrd="0" presId="urn:microsoft.com/office/officeart/2005/8/layout/orgChart1"/>
    <dgm:cxn modelId="{0C97F821-811B-4B95-9EBB-38841B53DE77}" srcId="{507FFEF7-0423-49C9-AAD0-284A3B7E6DC9}" destId="{791EDE9F-8BB6-42CF-BD82-B700AD026D14}" srcOrd="5" destOrd="0" parTransId="{F84FA26E-5D81-414B-B9BD-4C68637EAC93}" sibTransId="{52F938FB-CDD9-45B0-8D13-F076F01ABACD}"/>
    <dgm:cxn modelId="{112CF322-1315-4178-8B44-E313C472D0D8}" type="presOf" srcId="{F9879716-2BC6-4E68-97AF-134ECE6950C5}" destId="{6C4AAF47-9C51-4DE7-BCA3-1908ED813F91}" srcOrd="1" destOrd="0" presId="urn:microsoft.com/office/officeart/2005/8/layout/orgChart1"/>
    <dgm:cxn modelId="{0F475724-27CF-4802-95E0-9E15E179C942}" srcId="{507FFEF7-0423-49C9-AAD0-284A3B7E6DC9}" destId="{9068ACA6-D6B0-46FB-877C-D9B0614DE326}" srcOrd="8" destOrd="0" parTransId="{66D2AFBF-B744-4D0F-A2C0-5CA704AAE0C8}" sibTransId="{9C2429A0-7418-4E89-9C4A-B43345878962}"/>
    <dgm:cxn modelId="{1B2F8B24-C8D6-4BB0-B35D-92C88DC8B7EA}" type="presOf" srcId="{3676E10B-4C0A-4066-9A8C-3B73432E263B}" destId="{6A824F88-44C3-4FC8-B00F-A64A7CE189CF}" srcOrd="0" destOrd="0" presId="urn:microsoft.com/office/officeart/2005/8/layout/orgChart1"/>
    <dgm:cxn modelId="{7B5F0E25-C7BC-4231-9847-3429083FEB19}" type="presOf" srcId="{00AF4181-AB5C-42A8-ACA4-5597946B4D0D}" destId="{3C53FF64-2D04-4362-A27C-7689BF72FFC7}" srcOrd="0" destOrd="0" presId="urn:microsoft.com/office/officeart/2005/8/layout/orgChart1"/>
    <dgm:cxn modelId="{7BABA425-F047-4412-A016-864FD74056A6}" type="presOf" srcId="{B71BA17D-BFE1-488C-A09E-C39F5C1A86F7}" destId="{9157A1FE-6233-4636-BE8B-CADAFCA3FDCB}" srcOrd="0" destOrd="0" presId="urn:microsoft.com/office/officeart/2005/8/layout/orgChart1"/>
    <dgm:cxn modelId="{2EDEEC25-25E7-47D0-A4F2-C9403A82F0CF}" type="presOf" srcId="{66D2AFBF-B744-4D0F-A2C0-5CA704AAE0C8}" destId="{C4108FAE-9773-4BAF-BA1E-2224369A8EB9}" srcOrd="0" destOrd="0" presId="urn:microsoft.com/office/officeart/2005/8/layout/orgChart1"/>
    <dgm:cxn modelId="{D2444F26-23FD-49DA-A401-7098873641A5}" type="presOf" srcId="{3E6549BB-9541-46E3-BE27-276261508F39}" destId="{09BEEB9A-51DF-4EB1-A130-17FDA1589E4F}" srcOrd="0" destOrd="0" presId="urn:microsoft.com/office/officeart/2005/8/layout/orgChart1"/>
    <dgm:cxn modelId="{9E267926-2597-4D4E-B6F0-B33DCD3A57E0}" type="presOf" srcId="{6798FF78-B509-4896-BF82-ABDD5FDBC12F}" destId="{5ABCF0ED-6A20-4E6A-AE92-C9B7C2E70489}" srcOrd="0" destOrd="0" presId="urn:microsoft.com/office/officeart/2005/8/layout/orgChart1"/>
    <dgm:cxn modelId="{E04B3028-E21A-4EF0-921C-E742D0D2A841}" type="presOf" srcId="{B96F57EA-AB73-444E-AD94-6F2CFD122458}" destId="{7A22BE9B-A482-4D13-B2A6-D4538ECFB466}" srcOrd="1" destOrd="0" presId="urn:microsoft.com/office/officeart/2005/8/layout/orgChart1"/>
    <dgm:cxn modelId="{F145C628-4F82-42D2-9E03-791BAFD80A3D}" type="presOf" srcId="{CCD73289-D48F-4ACF-B524-BF97F7948BE2}" destId="{342DC5E2-8A38-46AC-BB69-043A18EF2817}" srcOrd="0" destOrd="0" presId="urn:microsoft.com/office/officeart/2005/8/layout/orgChart1"/>
    <dgm:cxn modelId="{692F0D29-97E7-4E9E-93E4-D6515F3B3669}" type="presOf" srcId="{C4A1B9E9-C2E6-429E-B1F5-58FC456DB3B6}" destId="{E6F79DC1-F8D4-424A-94B3-A0A90D1CABA2}" srcOrd="0" destOrd="0" presId="urn:microsoft.com/office/officeart/2005/8/layout/orgChart1"/>
    <dgm:cxn modelId="{2F1C6529-2073-4115-875E-A136958FBBC9}" type="presOf" srcId="{5C2DC02D-A458-452C-859E-8A4674068DEB}" destId="{B9E0A236-F1F7-4FE7-B2A0-2A601ADE5902}" srcOrd="0" destOrd="0" presId="urn:microsoft.com/office/officeart/2005/8/layout/orgChart1"/>
    <dgm:cxn modelId="{3251322A-C994-43A2-8658-5A299078E617}" type="presOf" srcId="{7317C372-E8B5-4F53-9D6E-6CCF64AF9524}" destId="{6C007DFF-737E-4E68-8C08-94FC86DEFBF9}" srcOrd="0" destOrd="0" presId="urn:microsoft.com/office/officeart/2005/8/layout/orgChart1"/>
    <dgm:cxn modelId="{9BFB232C-3D8F-4AD4-9ED0-13D6D467532B}" type="presOf" srcId="{1597DA93-7C0C-41DB-9E17-7460224EAA92}" destId="{22F57D9F-6D4F-41E2-BEC8-D63C57303251}" srcOrd="0" destOrd="0" presId="urn:microsoft.com/office/officeart/2005/8/layout/orgChart1"/>
    <dgm:cxn modelId="{89CA902C-0FD8-4F2F-B557-2DF40355EF86}" srcId="{AC914804-7302-413E-B511-EA87DD591312}" destId="{1597DA93-7C0C-41DB-9E17-7460224EAA92}" srcOrd="2" destOrd="0" parTransId="{A0136BB0-3F0A-42FF-959B-4971E7B6FA59}" sibTransId="{F3074A87-747D-4FD5-A2A0-7627304A9D07}"/>
    <dgm:cxn modelId="{0BA4532E-6F86-4125-87C2-FF5610409AB3}" type="presOf" srcId="{43BA390C-7752-4370-B4B7-AD7A59F348F8}" destId="{9D2C0558-7B51-43BA-A9E0-2F08D1CECD5A}" srcOrd="0" destOrd="0" presId="urn:microsoft.com/office/officeart/2005/8/layout/orgChart1"/>
    <dgm:cxn modelId="{2B8D5C30-22AB-48C8-B791-64C953B3C28B}" type="presOf" srcId="{41B8B842-182E-4829-B2E7-21131C57B832}" destId="{1DC59C32-D795-4758-97FE-B317CF67C902}" srcOrd="0" destOrd="0" presId="urn:microsoft.com/office/officeart/2005/8/layout/orgChart1"/>
    <dgm:cxn modelId="{8FF77930-905B-4AA7-A6F7-482F31BF2371}" srcId="{41B8B842-182E-4829-B2E7-21131C57B832}" destId="{C76DD4BC-E8F8-4ACD-80FB-4BBFDF4DEB3F}" srcOrd="3" destOrd="0" parTransId="{1078D308-B2F6-42D9-A3B9-811CB04AF5B7}" sibTransId="{1E71E7B6-82CC-4DF5-9E74-6F8EACCB50DA}"/>
    <dgm:cxn modelId="{7BA99831-A82A-404B-839C-E002B8A6DF5A}" srcId="{115BBF3D-B895-4184-BD93-4AA8935F1D15}" destId="{B96F57EA-AB73-444E-AD94-6F2CFD122458}" srcOrd="1" destOrd="0" parTransId="{EB5E1ED7-6644-4CAD-A84E-A271BF5240B2}" sibTransId="{33751ADF-4A21-46E0-98FC-F21646746237}"/>
    <dgm:cxn modelId="{7A1C4E32-8071-4D88-AE77-F96C22A95A90}" srcId="{6E42D342-311E-4E06-9360-0AB1637D4A4A}" destId="{64EC3753-0C9F-45DB-A2EE-B45275460F15}" srcOrd="1" destOrd="0" parTransId="{3F1559B6-71EC-49B5-9955-DFDB8F9E56AD}" sibTransId="{0CF4CD7D-5F43-4660-B449-D838081C5427}"/>
    <dgm:cxn modelId="{C8594433-943A-4FB0-A73A-790043136BF6}" type="presOf" srcId="{8C0375BC-6E53-4B35-B7AD-BF1B9943491D}" destId="{C1937231-A1AD-4A77-A54A-B98EC6440836}" srcOrd="1" destOrd="0" presId="urn:microsoft.com/office/officeart/2005/8/layout/orgChart1"/>
    <dgm:cxn modelId="{CD924134-1AFF-4C7A-A30C-0CA53F944282}" type="presOf" srcId="{D1A65168-217D-4756-B3A2-0BE0F9F9C629}" destId="{0DD4D3DB-2E3E-4A34-93F8-8ECA314F0385}" srcOrd="1" destOrd="0" presId="urn:microsoft.com/office/officeart/2005/8/layout/orgChart1"/>
    <dgm:cxn modelId="{ABF03C35-2D43-449C-A07C-114A3884304F}" type="presOf" srcId="{2CD17835-7AB4-453A-B806-D76787681551}" destId="{051380B9-A334-45AF-AF0C-215B69B19F9C}" srcOrd="0" destOrd="0" presId="urn:microsoft.com/office/officeart/2005/8/layout/orgChart1"/>
    <dgm:cxn modelId="{9C6BD135-DDE5-4C2D-81DE-C5153C4D244D}" type="presOf" srcId="{0D004C91-FA29-442C-9979-4E2F834C8811}" destId="{AF79FCDF-CED5-4476-8C8A-46FE446008DA}" srcOrd="0" destOrd="0" presId="urn:microsoft.com/office/officeart/2005/8/layout/orgChart1"/>
    <dgm:cxn modelId="{94773136-2E45-4FDA-885A-763D564C7754}" type="presOf" srcId="{84E130CA-6200-4311-A80D-8C23ED970F09}" destId="{84AA3D6B-22FE-493B-A7E2-5402B66747E6}" srcOrd="0" destOrd="0" presId="urn:microsoft.com/office/officeart/2005/8/layout/orgChart1"/>
    <dgm:cxn modelId="{B0D5F436-1AEB-48B4-8375-3F602D8EA8EB}" srcId="{115BBF3D-B895-4184-BD93-4AA8935F1D15}" destId="{507FFEF7-0423-49C9-AAD0-284A3B7E6DC9}" srcOrd="0" destOrd="0" parTransId="{E0399DDB-9231-47B8-B72C-47C8BD7CDB73}" sibTransId="{0CB00733-CBE8-45FA-8198-68B0AE724E6A}"/>
    <dgm:cxn modelId="{B7E14737-B0C4-4B46-BE47-C2D3AD24D9B8}" srcId="{115BBF3D-B895-4184-BD93-4AA8935F1D15}" destId="{B71BA17D-BFE1-488C-A09E-C39F5C1A86F7}" srcOrd="8" destOrd="0" parTransId="{90E3AC37-DD85-4BA3-991E-01D73E464428}" sibTransId="{6EA430A1-AC63-4DC6-AF14-58166C9BA221}"/>
    <dgm:cxn modelId="{78519A38-C024-4F87-8293-A529A7996372}" srcId="{860A26FB-423B-496B-BAB0-B42B0960D613}" destId="{260487AE-C9E4-427E-B5D6-F89C96991017}" srcOrd="2" destOrd="0" parTransId="{B3C12387-1488-4529-B06E-8F247E3B2FB3}" sibTransId="{32D0E249-BC10-4AC9-A15F-78A5C9E47B22}"/>
    <dgm:cxn modelId="{2CFC9039-911B-47D4-8A3B-9904A74B3C50}" type="presOf" srcId="{64EC3753-0C9F-45DB-A2EE-B45275460F15}" destId="{CF832871-E7EA-4223-AB80-15ACC7F7C9B2}" srcOrd="1" destOrd="0" presId="urn:microsoft.com/office/officeart/2005/8/layout/orgChart1"/>
    <dgm:cxn modelId="{9608173A-5902-4A60-A096-6E652C91DE68}" type="presOf" srcId="{30C7675F-9646-4D56-9967-52D2E3C4F885}" destId="{7FEAC0E0-7431-49D7-8410-1FEDDE5CBDFA}" srcOrd="0" destOrd="0" presId="urn:microsoft.com/office/officeart/2005/8/layout/orgChart1"/>
    <dgm:cxn modelId="{12036E3B-FEED-42BC-8E9D-E4D6BDEE9D8C}" type="presOf" srcId="{0828DFE2-403D-4CAD-9B84-3AF6DB3EBCC1}" destId="{1D90A722-FFB1-4439-B454-C5B4D66410ED}" srcOrd="0" destOrd="0" presId="urn:microsoft.com/office/officeart/2005/8/layout/orgChart1"/>
    <dgm:cxn modelId="{208A9D3C-84FE-45CF-B9C5-CFAB5DE4B5D5}" type="presOf" srcId="{C3B6E31D-4363-48B6-80E1-CB22DD3A5E6D}" destId="{3314F525-8C52-44C0-AE7E-D3F8171AFC49}" srcOrd="0" destOrd="0" presId="urn:microsoft.com/office/officeart/2005/8/layout/orgChart1"/>
    <dgm:cxn modelId="{0053283E-89A1-4CCF-9C4B-E036A0BA483E}" srcId="{AC914804-7302-413E-B511-EA87DD591312}" destId="{6AD5AE6F-B55B-4D06-B383-64668F6A27E9}" srcOrd="1" destOrd="0" parTransId="{CCD73289-D48F-4ACF-B524-BF97F7948BE2}" sibTransId="{48CB35D8-DB44-4CF3-90F6-4FB2B4EB9429}"/>
    <dgm:cxn modelId="{051DDC3F-EF58-47E4-A741-0B28EA373867}" type="presOf" srcId="{5484ED55-584F-405C-8789-A7BBE9D98DBC}" destId="{CB0E5E9B-082E-45F1-8505-49FF0803B19E}" srcOrd="0" destOrd="0" presId="urn:microsoft.com/office/officeart/2005/8/layout/orgChart1"/>
    <dgm:cxn modelId="{04E3385B-4FBB-405E-8CDC-C8B85BC6F73A}" type="presOf" srcId="{6069D308-ECCD-4CE4-B471-3184FB7E9E98}" destId="{0BF9F625-3E3B-4BA6-913B-789E2E2B1D97}" srcOrd="0" destOrd="0" presId="urn:microsoft.com/office/officeart/2005/8/layout/orgChart1"/>
    <dgm:cxn modelId="{EF0AB75B-9BA5-419E-AAF5-C42B33A77326}" type="presOf" srcId="{D6BD9F2C-C714-4B8B-9AE4-C309A79F188B}" destId="{B5032761-594E-47F5-9560-D1F464DED70B}" srcOrd="0" destOrd="0" presId="urn:microsoft.com/office/officeart/2005/8/layout/orgChart1"/>
    <dgm:cxn modelId="{E32F6F5E-D865-452C-90D1-DC7031223454}" srcId="{B71BA17D-BFE1-488C-A09E-C39F5C1A86F7}" destId="{BA76FAE8-41FB-47DE-8C15-AF333C65A7B3}" srcOrd="0" destOrd="0" parTransId="{638F1B56-E69B-4A31-92BF-D717D95C3564}" sibTransId="{A3CD833B-1BA9-409D-9011-77E15D86E0FC}"/>
    <dgm:cxn modelId="{7F0A835F-FAD6-43BB-ABC4-577390641AF2}" type="presOf" srcId="{E95A5B67-AEFA-4440-812B-673D5D782D5F}" destId="{FF1DD4B5-1393-4897-8062-5E6E8A776BA8}" srcOrd="0" destOrd="0" presId="urn:microsoft.com/office/officeart/2005/8/layout/orgChart1"/>
    <dgm:cxn modelId="{DE06A55F-68ED-4585-AD0E-50E6A33A5B14}" type="presOf" srcId="{8C0375BC-6E53-4B35-B7AD-BF1B9943491D}" destId="{D59F3667-76FF-4800-86DB-E5DD8237B6F7}" srcOrd="0" destOrd="0" presId="urn:microsoft.com/office/officeart/2005/8/layout/orgChart1"/>
    <dgm:cxn modelId="{DA245B41-3631-4F03-8F05-A211745E2EB3}" type="presOf" srcId="{5484ED55-584F-405C-8789-A7BBE9D98DBC}" destId="{8D1FDB89-ADDE-4C9C-8A78-00AA8B52868E}" srcOrd="1" destOrd="0" presId="urn:microsoft.com/office/officeart/2005/8/layout/orgChart1"/>
    <dgm:cxn modelId="{D4235241-9F49-4979-8DE0-342B9DDBB5EE}" srcId="{B71BA17D-BFE1-488C-A09E-C39F5C1A86F7}" destId="{31BA2094-2F8C-414F-9B2D-F9D14868EEC1}" srcOrd="4" destOrd="0" parTransId="{4A7685D0-77FA-4483-AC95-BEECBBA6C63D}" sibTransId="{64CBAF3D-E983-4516-8A88-F813FF304980}"/>
    <dgm:cxn modelId="{1425C961-EDF0-4BFD-8A21-06EBDC443495}" type="presOf" srcId="{6AD5AE6F-B55B-4D06-B383-64668F6A27E9}" destId="{E79E592C-5EC8-4D38-9ED4-882F222F3D22}" srcOrd="1" destOrd="0" presId="urn:microsoft.com/office/officeart/2005/8/layout/orgChart1"/>
    <dgm:cxn modelId="{CC191E62-1C8D-446A-B531-790E01AFBF22}" type="presOf" srcId="{3F1559B6-71EC-49B5-9955-DFDB8F9E56AD}" destId="{E4F071A1-6FD2-4716-A02C-68CBFC3BF0EE}" srcOrd="0" destOrd="0" presId="urn:microsoft.com/office/officeart/2005/8/layout/orgChart1"/>
    <dgm:cxn modelId="{45776D62-F77F-4DCB-B3C3-4246BD4A2175}" type="presOf" srcId="{F64429C3-991D-4AE3-9AE0-AB30ECAD9561}" destId="{79FD8245-0315-4BC0-A4EC-E488AAD86C98}" srcOrd="0" destOrd="0" presId="urn:microsoft.com/office/officeart/2005/8/layout/orgChart1"/>
    <dgm:cxn modelId="{7FCB7862-A1BD-431D-9A4E-C15E76D5AAE2}" type="presOf" srcId="{D547DD33-D3DD-4B9F-A36F-5B7D741B091E}" destId="{05182815-DD21-4CDE-8D7D-7D2A0CAA14D0}" srcOrd="0" destOrd="0" presId="urn:microsoft.com/office/officeart/2005/8/layout/orgChart1"/>
    <dgm:cxn modelId="{0DCAA742-D18D-45C7-894B-016AD250A0B0}" type="presOf" srcId="{15760399-7026-42D4-A3E0-574DE2BBDC8F}" destId="{38C0921C-2462-44F8-A4EE-557F0C7ABB15}" srcOrd="0" destOrd="0" presId="urn:microsoft.com/office/officeart/2005/8/layout/orgChart1"/>
    <dgm:cxn modelId="{BECDF962-E4F5-462C-9292-A657437F6DD8}" type="presOf" srcId="{878C280D-1283-434C-89F6-07881A706581}" destId="{0FB9326A-0F22-4199-B7AD-18155633451C}" srcOrd="1" destOrd="0" presId="urn:microsoft.com/office/officeart/2005/8/layout/orgChart1"/>
    <dgm:cxn modelId="{60070E43-F10C-4D40-ADBD-FDE324613843}" type="presOf" srcId="{0D004C91-FA29-442C-9979-4E2F834C8811}" destId="{C2C16224-0E1B-4C22-BB25-F36F6FEB5F9A}" srcOrd="1" destOrd="0" presId="urn:microsoft.com/office/officeart/2005/8/layout/orgChart1"/>
    <dgm:cxn modelId="{628D0D44-0917-4ED2-BA04-0514786E17C4}" type="presOf" srcId="{CF79153C-1B4A-43F7-8249-9B2695D80FD9}" destId="{0F425428-61B4-4CC1-8E2C-F8037DD38807}" srcOrd="1" destOrd="0" presId="urn:microsoft.com/office/officeart/2005/8/layout/orgChart1"/>
    <dgm:cxn modelId="{E1109765-C50D-482C-9ED1-102AE18A5910}" srcId="{A1D33583-CE3D-4E95-A65A-433E97C49BD5}" destId="{00AF4181-AB5C-42A8-ACA4-5597946B4D0D}" srcOrd="0" destOrd="0" parTransId="{FEBAB82A-C732-4DFD-8338-4E5692EDF154}" sibTransId="{135BAA16-A9BF-4D7B-A32C-38F60B398882}"/>
    <dgm:cxn modelId="{AF466966-2326-47C8-8735-AC70958B8348}" srcId="{083AF036-ACF8-40BF-8460-758691430A55}" destId="{CF79153C-1B4A-43F7-8249-9B2695D80FD9}" srcOrd="1" destOrd="0" parTransId="{43EF23E4-E0A6-4753-87F2-840C0DA06967}" sibTransId="{F8E7C548-1D32-446C-86DA-8E07615400F6}"/>
    <dgm:cxn modelId="{5EA6D246-3FA3-4D06-9FDF-9762823911C3}" srcId="{58112276-D6E9-4119-8221-2A4359280B24}" destId="{115BBF3D-B895-4184-BD93-4AA8935F1D15}" srcOrd="1" destOrd="0" parTransId="{3676E10B-4C0A-4066-9A8C-3B73432E263B}" sibTransId="{D13259DC-0EE5-432E-8293-C737CA7BE52E}"/>
    <dgm:cxn modelId="{ED25FA46-7D8A-4538-B4E0-56797C6E61FB}" type="presOf" srcId="{FC897097-0C7F-49F9-8942-B06D970B513F}" destId="{E5541974-5231-4771-8115-E7C6C3114E23}" srcOrd="0" destOrd="0" presId="urn:microsoft.com/office/officeart/2005/8/layout/orgChart1"/>
    <dgm:cxn modelId="{9A378947-F0DA-492D-B607-A95ECDDAD1E2}" type="presOf" srcId="{0E0DA9A2-D559-486D-995A-EF5B154AFCD0}" destId="{E328203C-6CAD-4FE6-AD5A-D0658C2F9F92}" srcOrd="0" destOrd="0" presId="urn:microsoft.com/office/officeart/2005/8/layout/orgChart1"/>
    <dgm:cxn modelId="{00A4A867-1527-4983-A5C8-982E6FB4E2F7}" type="presOf" srcId="{AC914804-7302-413E-B511-EA87DD591312}" destId="{727EA264-8CDC-46A5-A8F7-3714AB4745E8}" srcOrd="0" destOrd="0" presId="urn:microsoft.com/office/officeart/2005/8/layout/orgChart1"/>
    <dgm:cxn modelId="{77A47068-A48B-4C6E-97EC-DEB1D36AA468}" srcId="{AC914804-7302-413E-B511-EA87DD591312}" destId="{E95A5B67-AEFA-4440-812B-673D5D782D5F}" srcOrd="5" destOrd="0" parTransId="{C5D60E17-FA95-41AD-BFE0-9254722B8FD9}" sibTransId="{45DD6D9D-7055-4FBA-BC98-CFC23BCFDB3F}"/>
    <dgm:cxn modelId="{CF1B2169-0545-444F-BA31-CC73A064EDED}" srcId="{B71BA17D-BFE1-488C-A09E-C39F5C1A86F7}" destId="{7816F378-2923-43F2-BB23-AE08FE323166}" srcOrd="1" destOrd="0" parTransId="{A889FB44-4465-4AF3-8C24-47316B00577C}" sibTransId="{71B4EC94-512D-4A1B-87CC-FDCC529498A2}"/>
    <dgm:cxn modelId="{16294169-E844-4643-9142-6B43F8B10DF8}" srcId="{D1A65168-217D-4756-B3A2-0BE0F9F9C629}" destId="{7D46F392-9CEC-4F3B-AE7A-810EA397CEBC}" srcOrd="0" destOrd="0" parTransId="{0E0DA9A2-D559-486D-995A-EF5B154AFCD0}" sibTransId="{A40C1973-A79A-4AD5-AAEB-20A46235BC97}"/>
    <dgm:cxn modelId="{98C34169-64A9-4FED-9B94-7C986EB432D9}" srcId="{B96F57EA-AB73-444E-AD94-6F2CFD122458}" destId="{3D3C7E7B-4CC8-4148-9AB3-284E6AE159D9}" srcOrd="5" destOrd="0" parTransId="{C3B6E31D-4363-48B6-80E1-CB22DD3A5E6D}" sibTransId="{1E413130-73EB-4910-9B6E-FC39A1E6D94E}"/>
    <dgm:cxn modelId="{19A54549-42E4-4639-9895-539A07CBFBAB}" srcId="{B71BA17D-BFE1-488C-A09E-C39F5C1A86F7}" destId="{7317C372-E8B5-4F53-9D6E-6CCF64AF9524}" srcOrd="6" destOrd="0" parTransId="{0B27195F-34D2-48DC-BF89-10BE1178C08F}" sibTransId="{34FA3BA9-1EF4-4999-ACA6-337C9EB17EF6}"/>
    <dgm:cxn modelId="{B296616A-DBDF-4DCC-BB74-2C60E0F4EA2F}" type="presOf" srcId="{7D46F392-9CEC-4F3B-AE7A-810EA397CEBC}" destId="{5D0A7263-E74C-4EC0-9A7F-5B1CC05A4C1B}" srcOrd="0" destOrd="0" presId="urn:microsoft.com/office/officeart/2005/8/layout/orgChart1"/>
    <dgm:cxn modelId="{6202834A-A82B-46DB-B114-B4697FEE3AD4}" type="presOf" srcId="{68EEE74B-6964-4591-913D-9CB0EDAB3421}" destId="{8FB26615-DC8D-4D02-9602-E4A5BBAF1115}" srcOrd="0" destOrd="0" presId="urn:microsoft.com/office/officeart/2005/8/layout/orgChart1"/>
    <dgm:cxn modelId="{542B984A-6836-4940-96D5-1BD6D2B9920A}" srcId="{B96F57EA-AB73-444E-AD94-6F2CFD122458}" destId="{AE865B20-5D28-4D1E-A735-CCDD46ED6EA3}" srcOrd="0" destOrd="0" parTransId="{C6507FE7-C913-4CB1-93F7-2924C633DDAE}" sibTransId="{2D7778D8-FA96-4AD0-A887-04C8166A6672}"/>
    <dgm:cxn modelId="{1919754C-156C-4C6E-BE36-CBB89FC0C3CF}" type="presOf" srcId="{71D01D45-5E54-4DB4-9E2A-6245E95306A6}" destId="{2285D8E8-7B49-4CA1-8B08-AF0B180998CF}" srcOrd="0" destOrd="0" presId="urn:microsoft.com/office/officeart/2005/8/layout/orgChart1"/>
    <dgm:cxn modelId="{130B574C-1CA1-4A92-B043-3BF8B0403F4D}" type="presOf" srcId="{9B3DFFE2-A80E-46EF-89FF-A63838F6C94C}" destId="{3EA1A24A-7D2D-4C8B-9059-27691D6FDC81}" srcOrd="0" destOrd="0" presId="urn:microsoft.com/office/officeart/2005/8/layout/orgChart1"/>
    <dgm:cxn modelId="{BB418F6C-DB83-4C4A-A4B6-A4F93C0FF587}" type="presOf" srcId="{F84FA26E-5D81-414B-B9BD-4C68637EAC93}" destId="{541DEF5E-5A9F-4FF7-8F8B-3AECA9AA8E07}" srcOrd="0" destOrd="0" presId="urn:microsoft.com/office/officeart/2005/8/layout/orgChart1"/>
    <dgm:cxn modelId="{E98ECD4C-6A54-4589-BA73-AA9FF7012741}" type="presOf" srcId="{F7B360B0-C0F8-44FB-8F4B-26D6742492F3}" destId="{17964DD0-F1F2-4823-A4EB-DC5428F71B18}" srcOrd="0" destOrd="0" presId="urn:microsoft.com/office/officeart/2005/8/layout/orgChart1"/>
    <dgm:cxn modelId="{5499DE6C-EA16-4CF1-9DD7-00099729DADA}" type="presOf" srcId="{009F0CB7-DBAE-4FFE-A2CC-39E906FEC652}" destId="{DB4684EE-FBFB-4CAA-84A4-EF321635919A}" srcOrd="1" destOrd="0" presId="urn:microsoft.com/office/officeart/2005/8/layout/orgChart1"/>
    <dgm:cxn modelId="{67FBF96D-B576-4CCA-A57E-66B4661A1E1F}" type="presOf" srcId="{9A890950-FA1D-487A-9FE9-59BB3460F32C}" destId="{4694F6F5-EAD2-4608-8353-2E1CC0DA8FD4}" srcOrd="0" destOrd="0" presId="urn:microsoft.com/office/officeart/2005/8/layout/orgChart1"/>
    <dgm:cxn modelId="{6F6FA86E-8CC6-4402-BD2A-0CC89883A438}" type="presOf" srcId="{43EF23E4-E0A6-4753-87F2-840C0DA06967}" destId="{993C855B-BC81-4B7C-8A4F-3168BD290744}" srcOrd="0" destOrd="0" presId="urn:microsoft.com/office/officeart/2005/8/layout/orgChart1"/>
    <dgm:cxn modelId="{A3E4B26E-74B0-49BA-BC2D-D02E485ACB38}" type="presOf" srcId="{2EC377FF-DA6A-4982-92A2-48FE57502807}" destId="{4F0BDDB0-349E-437F-B65B-26B293BDF307}" srcOrd="0" destOrd="0" presId="urn:microsoft.com/office/officeart/2005/8/layout/orgChart1"/>
    <dgm:cxn modelId="{359E7D6F-CCB4-409A-854E-C7147A1307A2}" type="presOf" srcId="{31BA2094-2F8C-414F-9B2D-F9D14868EEC1}" destId="{05AC781A-7D60-48ED-B247-638FDB7B2FAB}" srcOrd="1" destOrd="0" presId="urn:microsoft.com/office/officeart/2005/8/layout/orgChart1"/>
    <dgm:cxn modelId="{A8C35350-3B28-486C-ADED-40FFBD884CAA}" type="presOf" srcId="{31D60A8F-FF4E-411E-A7F9-5BBFC4CB4F6F}" destId="{1E709258-BF71-47F9-ADA7-A75AD736CDFB}" srcOrd="0" destOrd="0" presId="urn:microsoft.com/office/officeart/2005/8/layout/orgChart1"/>
    <dgm:cxn modelId="{ED50F950-96D9-454C-A6D4-8F37B6A8C7B3}" type="presOf" srcId="{AE865B20-5D28-4D1E-A735-CCDD46ED6EA3}" destId="{11C0A949-1A33-4BCE-BAEE-0CB9B650C154}" srcOrd="0" destOrd="0" presId="urn:microsoft.com/office/officeart/2005/8/layout/orgChart1"/>
    <dgm:cxn modelId="{83952352-452C-4108-B05D-0A92F13C446D}" type="presOf" srcId="{D91D4CC4-1B09-4876-A0AD-B3CD8C7334CC}" destId="{48340CAC-4415-4381-89C0-954CB83CF925}" srcOrd="0" destOrd="0" presId="urn:microsoft.com/office/officeart/2005/8/layout/orgChart1"/>
    <dgm:cxn modelId="{CCA0F452-1BEF-4D68-AE54-E5AED28640FD}" srcId="{115BBF3D-B895-4184-BD93-4AA8935F1D15}" destId="{D1A65168-217D-4756-B3A2-0BE0F9F9C629}" srcOrd="3" destOrd="0" parTransId="{F7B360B0-C0F8-44FB-8F4B-26D6742492F3}" sibTransId="{13509A28-FD43-403F-9829-CDE04A25D740}"/>
    <dgm:cxn modelId="{BF017573-40D2-4F32-A3D0-78920C346DE5}" type="presOf" srcId="{53538FFC-EE18-4374-9723-7DD407083D24}" destId="{A1C6E309-08EB-4157-B314-79326E4FADC4}" srcOrd="0" destOrd="0" presId="urn:microsoft.com/office/officeart/2005/8/layout/orgChart1"/>
    <dgm:cxn modelId="{650B1454-5FDB-4D6F-8862-C71C35DD7162}" type="presOf" srcId="{C76DD4BC-E8F8-4ACD-80FB-4BBFDF4DEB3F}" destId="{ECEA2F1C-C716-4843-91E0-8CA9703C0947}" srcOrd="1" destOrd="0" presId="urn:microsoft.com/office/officeart/2005/8/layout/orgChart1"/>
    <dgm:cxn modelId="{A4905D74-B57B-4764-A745-8806618FDBBF}" type="presOf" srcId="{FEBAB82A-C732-4DFD-8338-4E5692EDF154}" destId="{6E3CC9F2-0719-4C15-BA51-06F8306E16EA}" srcOrd="0" destOrd="0" presId="urn:microsoft.com/office/officeart/2005/8/layout/orgChart1"/>
    <dgm:cxn modelId="{30CF9675-C29D-466B-9495-8032AE07DF1B}" type="presOf" srcId="{8A7895C4-4756-49A2-A52C-6F9CDA99339C}" destId="{90793D4A-41B8-4664-A82F-04ED8917AA4A}" srcOrd="0" destOrd="0" presId="urn:microsoft.com/office/officeart/2005/8/layout/orgChart1"/>
    <dgm:cxn modelId="{A2371B56-7448-43FF-9FBE-FB2A486A49F6}" type="presOf" srcId="{BA76FAE8-41FB-47DE-8C15-AF333C65A7B3}" destId="{128F835C-6E26-4AB9-AB94-161EF1BABCD2}" srcOrd="0" destOrd="0" presId="urn:microsoft.com/office/officeart/2005/8/layout/orgChart1"/>
    <dgm:cxn modelId="{CEE59356-6508-4174-A07E-61DD063B02B3}" type="presOf" srcId="{5E7414A2-3AF4-4504-B019-82975165765A}" destId="{43AF2A2E-ABDD-4FA4-A84B-992414E3C0B2}" srcOrd="0" destOrd="0" presId="urn:microsoft.com/office/officeart/2005/8/layout/orgChart1"/>
    <dgm:cxn modelId="{C6DA9456-E790-46FA-8A66-145F81D02B84}" type="presOf" srcId="{4A7685D0-77FA-4483-AC95-BEECBBA6C63D}" destId="{75DC38CB-7A80-49CD-B625-6329513BECA9}" srcOrd="0" destOrd="0" presId="urn:microsoft.com/office/officeart/2005/8/layout/orgChart1"/>
    <dgm:cxn modelId="{732ECC56-5EAE-4429-A6C7-197D88EECC31}" srcId="{B71BA17D-BFE1-488C-A09E-C39F5C1A86F7}" destId="{5484ED55-584F-405C-8789-A7BBE9D98DBC}" srcOrd="2" destOrd="0" parTransId="{D6BD9F2C-C714-4B8B-9AE4-C309A79F188B}" sibTransId="{8C4930D1-F06B-4BD6-8055-4BF780A29E46}"/>
    <dgm:cxn modelId="{D5220B77-C563-4A6C-87FB-3124959ACD3A}" type="presOf" srcId="{B9AA790A-0348-4337-826D-CB70A4A132DC}" destId="{C2F62F21-12FB-48CD-BC87-35685A965174}" srcOrd="0" destOrd="0" presId="urn:microsoft.com/office/officeart/2005/8/layout/orgChart1"/>
    <dgm:cxn modelId="{532B8A57-E06A-4A7C-9CE3-270A7A3570C8}" type="presOf" srcId="{E2CEC090-9F2D-44BB-9151-4E9F957D534B}" destId="{F0090C1D-2E21-4EA6-8C12-D435C9AD05E3}" srcOrd="0" destOrd="0" presId="urn:microsoft.com/office/officeart/2005/8/layout/orgChart1"/>
    <dgm:cxn modelId="{C154F877-E95E-4EE7-A851-36CDBFB6F7BC}" type="presOf" srcId="{3D3C7E7B-4CC8-4148-9AB3-284E6AE159D9}" destId="{25FBAFC6-2222-4977-9A55-0C7D9EAE2FD3}" srcOrd="1" destOrd="0" presId="urn:microsoft.com/office/officeart/2005/8/layout/orgChart1"/>
    <dgm:cxn modelId="{52E77858-59F4-4CCD-82A3-88BC6C977FA8}" srcId="{083AF036-ACF8-40BF-8460-758691430A55}" destId="{A1D33583-CE3D-4E95-A65A-433E97C49BD5}" srcOrd="0" destOrd="0" parTransId="{CA364DD9-8B21-47B9-A651-043A58BB20A8}" sibTransId="{AA62E87B-395E-42E5-8A6D-55B65CBFE230}"/>
    <dgm:cxn modelId="{80957C58-C478-4422-8DF6-2852B0FC516F}" type="presOf" srcId="{B605DE7F-9B4F-40BB-A2EB-00FCABAC1018}" destId="{A9F0A381-1406-43A5-B26A-24EA6284F534}" srcOrd="0" destOrd="0" presId="urn:microsoft.com/office/officeart/2005/8/layout/orgChart1"/>
    <dgm:cxn modelId="{BBF7A879-9D17-4165-AB7A-521AE4F54282}" type="presOf" srcId="{F74A6848-4A08-4AE9-A60E-8BB98334B76A}" destId="{5C74203D-74AC-4132-9E30-98AE2EA0222F}" srcOrd="0" destOrd="0" presId="urn:microsoft.com/office/officeart/2005/8/layout/orgChart1"/>
    <dgm:cxn modelId="{29A4297D-724A-4AD2-8D90-952EC0A8A5F8}" type="presOf" srcId="{31D60A8F-FF4E-411E-A7F9-5BBFC4CB4F6F}" destId="{50DDAB3A-A15B-4EDA-8326-002260B5B62F}" srcOrd="1" destOrd="0" presId="urn:microsoft.com/office/officeart/2005/8/layout/orgChart1"/>
    <dgm:cxn modelId="{860C857E-4D93-4671-B355-13DDCC16C8E2}" type="presOf" srcId="{C5BB0FB4-A274-49FB-887E-44E940BFEA8C}" destId="{987345CD-744A-475D-8F76-94E75166AC94}" srcOrd="0" destOrd="0" presId="urn:microsoft.com/office/officeart/2005/8/layout/orgChart1"/>
    <dgm:cxn modelId="{EBBCB17F-D2D9-4ADC-B1E8-BCA4C170C7AF}" type="presOf" srcId="{A58992AB-B68C-44B0-AA7C-A98040323FA0}" destId="{5509A9D5-F4CF-46AB-8917-1D926D8D68B1}" srcOrd="0" destOrd="0" presId="urn:microsoft.com/office/officeart/2005/8/layout/orgChart1"/>
    <dgm:cxn modelId="{2550DC83-4BF2-4C66-895E-07311797C05E}" type="presOf" srcId="{15D4E530-E899-4FF3-917B-18C1F76DE86C}" destId="{1C5B4169-E55B-4E38-8DD0-666A1F5292C6}" srcOrd="0" destOrd="0" presId="urn:microsoft.com/office/officeart/2005/8/layout/orgChart1"/>
    <dgm:cxn modelId="{88B7D384-3D40-4EB1-B2AD-5BFEA757D63E}" srcId="{76794D97-5CDA-4948-939A-6254DBFE8F2E}" destId="{58112276-D6E9-4119-8221-2A4359280B24}" srcOrd="0" destOrd="0" parTransId="{95175B4D-CF22-42EC-A1EE-4F8E380C054D}" sibTransId="{D66AAE27-14A4-4001-BA1D-F3C8896F0B01}"/>
    <dgm:cxn modelId="{66788485-E116-4C65-830D-9B6C56D1D258}" type="presOf" srcId="{083AF036-ACF8-40BF-8460-758691430A55}" destId="{319BC77A-7310-4A6A-B34F-5C21C651AC2B}" srcOrd="0" destOrd="0" presId="urn:microsoft.com/office/officeart/2005/8/layout/orgChart1"/>
    <dgm:cxn modelId="{E860F985-E190-4A54-A522-B86A53D77407}" type="presOf" srcId="{115BBF3D-B895-4184-BD93-4AA8935F1D15}" destId="{687D2B4B-2A7F-4610-B870-1B2B7AF1DEFE}" srcOrd="0" destOrd="0" presId="urn:microsoft.com/office/officeart/2005/8/layout/orgChart1"/>
    <dgm:cxn modelId="{71319887-3FBD-4391-A76E-13333FA349E2}" type="presOf" srcId="{A1D33583-CE3D-4E95-A65A-433E97C49BD5}" destId="{1C3587E6-0A5F-4C0F-852E-A1CECF015EFB}" srcOrd="0" destOrd="0" presId="urn:microsoft.com/office/officeart/2005/8/layout/orgChart1"/>
    <dgm:cxn modelId="{1472B88A-6EB4-4B24-BB2D-AC390CE7F0EB}" type="presOf" srcId="{5A73EE35-5D8D-45A5-B19A-E9D2F96C4F89}" destId="{A3D60181-401F-4A83-BB32-01F01E98637D}" srcOrd="0" destOrd="0" presId="urn:microsoft.com/office/officeart/2005/8/layout/orgChart1"/>
    <dgm:cxn modelId="{5B7F008C-6549-49A8-B933-06C9C154EE08}" type="presOf" srcId="{16F21F2C-8163-454D-B1A7-9A0B70D89AAA}" destId="{D79836D8-29DA-4C40-9E32-982B44E1EA4D}" srcOrd="1" destOrd="0" presId="urn:microsoft.com/office/officeart/2005/8/layout/orgChart1"/>
    <dgm:cxn modelId="{D55FF48C-926C-4038-8292-3F42E9467339}" type="presOf" srcId="{03DA4889-AF22-4446-A92C-28FA80ABD1F6}" destId="{ABFEBE11-BD0F-4255-96DC-ECBDA74032E1}" srcOrd="1" destOrd="0" presId="urn:microsoft.com/office/officeart/2005/8/layout/orgChart1"/>
    <dgm:cxn modelId="{9572798E-6BB4-41B6-8A63-1AB928C3A613}" type="presOf" srcId="{B71BA17D-BFE1-488C-A09E-C39F5C1A86F7}" destId="{99BBBBB9-F0FF-4F68-827E-9F1F0F412351}" srcOrd="1" destOrd="0" presId="urn:microsoft.com/office/officeart/2005/8/layout/orgChart1"/>
    <dgm:cxn modelId="{8CD24E8F-817E-4A57-B0E3-97C328448DD2}" type="presOf" srcId="{41B8B842-182E-4829-B2E7-21131C57B832}" destId="{F1A01E31-A9A8-4A0B-8627-FCA82BC7984D}" srcOrd="1" destOrd="0" presId="urn:microsoft.com/office/officeart/2005/8/layout/orgChart1"/>
    <dgm:cxn modelId="{42CE9E8F-C5F5-420F-A8C8-185BA0722495}" type="presOf" srcId="{FCE9372D-5D8E-408A-A4DF-27DAF1C7349D}" destId="{D954B785-9CA1-49C6-8DC0-39163C2729C2}" srcOrd="0" destOrd="0" presId="urn:microsoft.com/office/officeart/2005/8/layout/orgChart1"/>
    <dgm:cxn modelId="{3A721890-132E-4DE7-8D5F-739C2ED3783D}" type="presOf" srcId="{CA364DD9-8B21-47B9-A651-043A58BB20A8}" destId="{9F8D1535-CB74-4F4C-8AAB-D74FEFAE55F3}" srcOrd="0" destOrd="0" presId="urn:microsoft.com/office/officeart/2005/8/layout/orgChart1"/>
    <dgm:cxn modelId="{71DD4092-B3BA-44F4-B53B-BCFE75441CF9}" type="presOf" srcId="{260487AE-C9E4-427E-B5D6-F89C96991017}" destId="{D055AAE5-7D87-46FA-8811-B5BAE0B41BEB}" srcOrd="0" destOrd="0" presId="urn:microsoft.com/office/officeart/2005/8/layout/orgChart1"/>
    <dgm:cxn modelId="{5C3A9492-18C3-49B1-8874-49F3CF504D7C}" type="presOf" srcId="{860A26FB-423B-496B-BAB0-B42B0960D613}" destId="{8F597210-C75E-4390-B8FE-5EC86620F038}" srcOrd="1" destOrd="0" presId="urn:microsoft.com/office/officeart/2005/8/layout/orgChart1"/>
    <dgm:cxn modelId="{0278DE92-1848-4DC4-8416-804E59004E96}" srcId="{115BBF3D-B895-4184-BD93-4AA8935F1D15}" destId="{15D4E530-E899-4FF3-917B-18C1F76DE86C}" srcOrd="2" destOrd="0" parTransId="{43BA390C-7752-4370-B4B7-AD7A59F348F8}" sibTransId="{6553C9C8-289C-4180-AEE1-2FC863449465}"/>
    <dgm:cxn modelId="{29C49193-F576-412E-B6E6-6E7DD037A2A6}" type="presOf" srcId="{E368D152-6E15-468A-9A45-541FDE114B73}" destId="{A642997C-2772-4CF8-A510-3322D06C85C7}" srcOrd="1" destOrd="0" presId="urn:microsoft.com/office/officeart/2005/8/layout/orgChart1"/>
    <dgm:cxn modelId="{EB759C93-4A2A-46C9-9DEC-A3EC9EE8F994}" srcId="{B96F57EA-AB73-444E-AD94-6F2CFD122458}" destId="{D547DD33-D3DD-4B9F-A36F-5B7D741B091E}" srcOrd="8" destOrd="0" parTransId="{A58992AB-B68C-44B0-AA7C-A98040323FA0}" sibTransId="{1B8F5EBC-AA7A-412C-899B-C0CF3D3941DF}"/>
    <dgm:cxn modelId="{F8135394-748A-4BB3-AF6F-4363463AF82C}" type="presOf" srcId="{C6507FE7-C913-4CB1-93F7-2924C633DDAE}" destId="{768ADB2C-D5B7-4E49-B58A-38BC0B766AF8}" srcOrd="0" destOrd="0" presId="urn:microsoft.com/office/officeart/2005/8/layout/orgChart1"/>
    <dgm:cxn modelId="{91F0C498-3733-4304-BCB8-F80B4C59EF46}" srcId="{507FFEF7-0423-49C9-AAD0-284A3B7E6DC9}" destId="{0D004C91-FA29-442C-9979-4E2F834C8811}" srcOrd="1" destOrd="0" parTransId="{8A7895C4-4756-49A2-A52C-6F9CDA99339C}" sibTransId="{288863FB-46EF-4771-A62A-8CB4E69FC426}"/>
    <dgm:cxn modelId="{682F4D9A-7958-47CC-B073-53D004A10956}" type="presOf" srcId="{928622B1-372F-4FF2-9F00-2434563571F5}" destId="{023E2474-C9DE-4DE3-B452-4B6432A6D9BE}" srcOrd="0" destOrd="0" presId="urn:microsoft.com/office/officeart/2005/8/layout/orgChart1"/>
    <dgm:cxn modelId="{35B20A9C-060A-4602-BED9-892B7684060A}" type="presOf" srcId="{C40022D8-8239-4D92-8E6C-2EC284B2DF30}" destId="{051C0EC0-F7DD-40CC-A094-DD74E7FD67CC}" srcOrd="0" destOrd="0" presId="urn:microsoft.com/office/officeart/2005/8/layout/orgChart1"/>
    <dgm:cxn modelId="{089DA59E-D062-4431-BF50-4C466D0AC7F5}" type="presOf" srcId="{9206825F-2D18-406F-B2D2-729E4795E9E8}" destId="{12DBFC9D-39EB-431B-82CC-41B6FDC60DA0}" srcOrd="0" destOrd="0" presId="urn:microsoft.com/office/officeart/2005/8/layout/orgChart1"/>
    <dgm:cxn modelId="{D531AE9E-A8A6-4BD7-868E-F4D0ADA15ED3}" srcId="{B96F57EA-AB73-444E-AD94-6F2CFD122458}" destId="{15760399-7026-42D4-A3E0-574DE2BBDC8F}" srcOrd="6" destOrd="0" parTransId="{5E7414A2-3AF4-4504-B019-82975165765A}" sibTransId="{669D6CC9-A9AE-4858-89FF-B334BDA5EADB}"/>
    <dgm:cxn modelId="{0B4D3FA0-8601-4C43-BCB6-3A7DBBD26D95}" srcId="{507FFEF7-0423-49C9-AAD0-284A3B7E6DC9}" destId="{83CD0D25-9A56-405E-A607-4A1E992D11C2}" srcOrd="3" destOrd="0" parTransId="{E328ADD2-FAF0-4376-BD1B-29E1F0FEBD3F}" sibTransId="{52FED44B-5ED5-483E-B29E-E798AA8A0984}"/>
    <dgm:cxn modelId="{10D5F9A0-29DA-4B33-9BCD-DB9B71E28F83}" srcId="{B96F57EA-AB73-444E-AD94-6F2CFD122458}" destId="{0828DFE2-403D-4CAD-9B84-3AF6DB3EBCC1}" srcOrd="4" destOrd="0" parTransId="{B9AA790A-0348-4337-826D-CB70A4A132DC}" sibTransId="{FC237BF9-7FF3-44C7-A5CE-B35DE2495519}"/>
    <dgm:cxn modelId="{F97F1AA2-EE78-48C0-9E96-B3CAF4C34F89}" srcId="{115BBF3D-B895-4184-BD93-4AA8935F1D15}" destId="{41B8B842-182E-4829-B2E7-21131C57B832}" srcOrd="7" destOrd="0" parTransId="{2CD17835-7AB4-453A-B806-D76787681551}" sibTransId="{76A27EF2-C5EB-40CF-AE25-646C77D6C98F}"/>
    <dgm:cxn modelId="{A0554EA3-8814-40F4-A787-6414C583DFEE}" type="presOf" srcId="{D7647099-3B1E-4E6C-AD32-4F40C06D54F2}" destId="{A3B73847-4280-4E39-B09B-9A154394A994}" srcOrd="1" destOrd="0" presId="urn:microsoft.com/office/officeart/2005/8/layout/orgChart1"/>
    <dgm:cxn modelId="{DE126EA5-D10E-478E-BBED-57596D61CA4B}" srcId="{507FFEF7-0423-49C9-AAD0-284A3B7E6DC9}" destId="{A7CBFF75-14B6-474D-A670-53420C7572D6}" srcOrd="2" destOrd="0" parTransId="{6069D308-ECCD-4CE4-B471-3184FB7E9E98}" sibTransId="{43EF0553-3060-4DA7-97DA-C7F315BB5F25}"/>
    <dgm:cxn modelId="{98D0D5A6-61D2-4E51-A0DB-214B016BBBA6}" type="presOf" srcId="{5A73EE35-5D8D-45A5-B19A-E9D2F96C4F89}" destId="{2718E099-CB96-4562-A206-BE5BFE546D4B}" srcOrd="1" destOrd="0" presId="urn:microsoft.com/office/officeart/2005/8/layout/orgChart1"/>
    <dgm:cxn modelId="{E7A19AA8-E481-4914-8D4B-767EB4062062}" type="presOf" srcId="{7317C372-E8B5-4F53-9D6E-6CCF64AF9524}" destId="{322D9DE0-221C-491B-BBF5-8FE86EE06052}" srcOrd="1" destOrd="0" presId="urn:microsoft.com/office/officeart/2005/8/layout/orgChart1"/>
    <dgm:cxn modelId="{A30AA7A8-48F5-42BE-9C0E-B51F849DCD4F}" type="presOf" srcId="{B3C12387-1488-4529-B06E-8F247E3B2FB3}" destId="{0EA1DD1C-6722-4FE2-A1DE-82CAC197A4B6}" srcOrd="0" destOrd="0" presId="urn:microsoft.com/office/officeart/2005/8/layout/orgChart1"/>
    <dgm:cxn modelId="{78D361A9-737C-46A7-BEC0-17B81B52C0A6}" srcId="{507FFEF7-0423-49C9-AAD0-284A3B7E6DC9}" destId="{71D01D45-5E54-4DB4-9E2A-6245E95306A6}" srcOrd="6" destOrd="0" parTransId="{8221FAEB-620C-4EC2-B61B-58C38D2EAFA8}" sibTransId="{ECBF9BA7-F1EA-4E3A-A737-F33F897E37CD}"/>
    <dgm:cxn modelId="{F4887AA9-E7DA-40CF-A728-716FD8C61281}" type="presOf" srcId="{E328ADD2-FAF0-4376-BD1B-29E1F0FEBD3F}" destId="{F96BE6CA-3BE7-4107-9C92-F0D74DC25809}" srcOrd="0" destOrd="0" presId="urn:microsoft.com/office/officeart/2005/8/layout/orgChart1"/>
    <dgm:cxn modelId="{7DCF77AA-C09F-4BBF-A8B6-12FDF0753701}" type="presOf" srcId="{A889FB44-4465-4AF3-8C24-47316B00577C}" destId="{79514610-2515-493E-AEAD-DFBC5697291B}" srcOrd="0" destOrd="0" presId="urn:microsoft.com/office/officeart/2005/8/layout/orgChart1"/>
    <dgm:cxn modelId="{5ACC63AB-A8C5-4745-9E52-2B9FD8C23B34}" type="presOf" srcId="{D547DD33-D3DD-4B9F-A36F-5B7D741B091E}" destId="{F3E55FDD-1F96-468F-AF55-E0B26EA0C203}" srcOrd="1" destOrd="0" presId="urn:microsoft.com/office/officeart/2005/8/layout/orgChart1"/>
    <dgm:cxn modelId="{C77B51AB-1290-46F4-AAA2-3D9390E1B225}" type="presOf" srcId="{C4A1B9E9-C2E6-429E-B1F5-58FC456DB3B6}" destId="{BA7FC095-27FC-4087-AC29-3D53A3E4C847}" srcOrd="1" destOrd="0" presId="urn:microsoft.com/office/officeart/2005/8/layout/orgChart1"/>
    <dgm:cxn modelId="{43C8F9AB-D099-42E3-8849-FD0379D73084}" type="presOf" srcId="{83CD0D25-9A56-405E-A607-4A1E992D11C2}" destId="{B131B864-6065-4DC6-9794-EF8D37851B48}" srcOrd="0" destOrd="0" presId="urn:microsoft.com/office/officeart/2005/8/layout/orgChart1"/>
    <dgm:cxn modelId="{241D30AC-345E-4BE6-BC69-D8188E7A9522}" srcId="{860A26FB-423B-496B-BAB0-B42B0960D613}" destId="{DC8B542C-3295-4468-A097-4E1DF2C83714}" srcOrd="1" destOrd="0" parTransId="{C28DB54A-BC68-4AF9-9822-F41F2D857255}" sibTransId="{2169E5B5-F2AF-4AC6-B75A-1D6CB95686CE}"/>
    <dgm:cxn modelId="{C9C83FAE-D89E-4619-9001-01B824F932B1}" type="presOf" srcId="{03DA4889-AF22-4446-A92C-28FA80ABD1F6}" destId="{681D547F-5466-45AF-8ED3-BEDA5F950653}" srcOrd="0" destOrd="0" presId="urn:microsoft.com/office/officeart/2005/8/layout/orgChart1"/>
    <dgm:cxn modelId="{3B2D6BAE-36D2-433B-8DB9-9741404009EE}" type="presOf" srcId="{A0136BB0-3F0A-42FF-959B-4971E7B6FA59}" destId="{F8D67BD1-9B61-47F0-B019-AD3381953808}" srcOrd="0" destOrd="0" presId="urn:microsoft.com/office/officeart/2005/8/layout/orgChart1"/>
    <dgm:cxn modelId="{D3A198B0-EA0E-4E9D-A2B4-480C75D3F690}" type="presOf" srcId="{58D4F507-6EBC-40A5-9692-744C57D8807D}" destId="{4D2F4407-8EE9-4E42-A1A1-F7330A978109}" srcOrd="1" destOrd="0" presId="urn:microsoft.com/office/officeart/2005/8/layout/orgChart1"/>
    <dgm:cxn modelId="{81C454B2-AC02-40EA-AF45-3A7044933BF0}" srcId="{B96F57EA-AB73-444E-AD94-6F2CFD122458}" destId="{F9879716-2BC6-4E68-97AF-134ECE6950C5}" srcOrd="1" destOrd="0" parTransId="{928622B1-372F-4FF2-9F00-2434563571F5}" sibTransId="{8F82B8A8-9362-4816-AC9E-60B84CDD4D1F}"/>
    <dgm:cxn modelId="{5179AFB4-3992-46DF-9851-24E649C87F44}" type="presOf" srcId="{3D3C7E7B-4CC8-4148-9AB3-284E6AE159D9}" destId="{A4840236-2E14-4267-81DE-FA2E6B0F8B9B}" srcOrd="0" destOrd="0" presId="urn:microsoft.com/office/officeart/2005/8/layout/orgChart1"/>
    <dgm:cxn modelId="{78FD1BB5-5B5E-4F5A-8152-A1AFA32BB4F7}" type="presOf" srcId="{083AF036-ACF8-40BF-8460-758691430A55}" destId="{6C136CF5-B1A4-488F-9599-C19C552A333E}" srcOrd="1" destOrd="0" presId="urn:microsoft.com/office/officeart/2005/8/layout/orgChart1"/>
    <dgm:cxn modelId="{30D3E5B6-9D3E-4E97-BD1F-58E746CC3173}" type="presOf" srcId="{878C280D-1283-434C-89F6-07881A706581}" destId="{6ACDB490-5CCC-46E5-872A-95861B7CFC3A}" srcOrd="0" destOrd="0" presId="urn:microsoft.com/office/officeart/2005/8/layout/orgChart1"/>
    <dgm:cxn modelId="{96DCD5B7-8567-40C9-A6F8-36013B9A8194}" srcId="{B96F57EA-AB73-444E-AD94-6F2CFD122458}" destId="{B605DE7F-9B4F-40BB-A2EB-00FCABAC1018}" srcOrd="2" destOrd="0" parTransId="{68EEE74B-6964-4591-913D-9CB0EDAB3421}" sibTransId="{86E10BF2-FB34-40C9-847B-011BE92CEB1D}"/>
    <dgm:cxn modelId="{C2EAFDB7-FBF5-4466-81D0-7F60C569BDDE}" type="presOf" srcId="{DC8B542C-3295-4468-A097-4E1DF2C83714}" destId="{D22A479E-A152-4EC5-993E-E8EA4067F40B}" srcOrd="1" destOrd="0" presId="urn:microsoft.com/office/officeart/2005/8/layout/orgChart1"/>
    <dgm:cxn modelId="{97FF26B8-97BA-404F-98F6-1F0ADC250E8B}" type="presOf" srcId="{15760399-7026-42D4-A3E0-574DE2BBDC8F}" destId="{4B775DAF-4EF8-4C61-8E27-02AC97B6BF63}" srcOrd="1" destOrd="0" presId="urn:microsoft.com/office/officeart/2005/8/layout/orgChart1"/>
    <dgm:cxn modelId="{D4E2BDB8-C269-41C9-B097-46A57C67A910}" type="presOf" srcId="{83CD0D25-9A56-405E-A607-4A1E992D11C2}" destId="{79E5DEBD-B5B8-4631-9207-6AD0174DF3A6}" srcOrd="1" destOrd="0" presId="urn:microsoft.com/office/officeart/2005/8/layout/orgChart1"/>
    <dgm:cxn modelId="{810789BA-ABEB-433F-8655-C1E602C98B77}" type="presOf" srcId="{C5D60E17-FA95-41AD-BFE0-9254722B8FD9}" destId="{22C8A7B9-3D4A-4045-A7D6-2C1BC89F8F02}" srcOrd="0" destOrd="0" presId="urn:microsoft.com/office/officeart/2005/8/layout/orgChart1"/>
    <dgm:cxn modelId="{6C4FC8BF-9543-412A-9ADD-D90753CEA996}" type="presOf" srcId="{71D01D45-5E54-4DB4-9E2A-6245E95306A6}" destId="{21E1EDE2-6E09-4E9C-83B2-AC819B527972}" srcOrd="1" destOrd="0" presId="urn:microsoft.com/office/officeart/2005/8/layout/orgChart1"/>
    <dgm:cxn modelId="{0174D8C1-84DE-4FB5-9380-F0134D6B4019}" type="presOf" srcId="{260487AE-C9E4-427E-B5D6-F89C96991017}" destId="{6CC3FDA5-C3AB-45F6-A6B7-42EA7635EE35}" srcOrd="1" destOrd="0" presId="urn:microsoft.com/office/officeart/2005/8/layout/orgChart1"/>
    <dgm:cxn modelId="{B72545C2-C85B-4A9D-A7AE-12350751986A}" type="presOf" srcId="{B605DE7F-9B4F-40BB-A2EB-00FCABAC1018}" destId="{DDC6E862-0162-4A4C-9426-8230D7A1D492}" srcOrd="1" destOrd="0" presId="urn:microsoft.com/office/officeart/2005/8/layout/orgChart1"/>
    <dgm:cxn modelId="{FE12ABC3-B423-423F-BD30-8231DFC6153E}" type="presOf" srcId="{E2CEC090-9F2D-44BB-9151-4E9F957D534B}" destId="{6C4DAFA2-1B4C-4A7C-84DA-9E63BA798969}" srcOrd="1" destOrd="0" presId="urn:microsoft.com/office/officeart/2005/8/layout/orgChart1"/>
    <dgm:cxn modelId="{6A1BEFC4-E605-44DE-BD80-3CC6AB96A903}" type="presOf" srcId="{9068ACA6-D6B0-46FB-877C-D9B0614DE326}" destId="{B6B940DC-76C7-4CD4-ABE4-8F2372F4C6D4}" srcOrd="0" destOrd="0" presId="urn:microsoft.com/office/officeart/2005/8/layout/orgChart1"/>
    <dgm:cxn modelId="{DEB260C5-0BF2-4B51-A49F-CE9A678262B1}" srcId="{CF79153C-1B4A-43F7-8249-9B2695D80FD9}" destId="{009F0CB7-DBAE-4FFE-A2CC-39E906FEC652}" srcOrd="0" destOrd="0" parTransId="{FCE9372D-5D8E-408A-A4DF-27DAF1C7349D}" sibTransId="{D417DA62-3BEF-4456-BCC0-CDEFBFC69DAA}"/>
    <dgm:cxn modelId="{7F676EC6-A572-4A5C-BB1A-4CC41E441416}" srcId="{AC914804-7302-413E-B511-EA87DD591312}" destId="{58D4F507-6EBC-40A5-9692-744C57D8807D}" srcOrd="3" destOrd="0" parTransId="{E732C3BD-5E69-48A4-89F8-FC2B131D95AA}" sibTransId="{6ED16B3C-294A-474C-8442-5DB3E2F0ADC1}"/>
    <dgm:cxn modelId="{997F0FC7-F19D-4820-893B-DC7648534534}" type="presOf" srcId="{1597DA93-7C0C-41DB-9E17-7460224EAA92}" destId="{036AC9C9-4569-452F-9502-439699ED437F}" srcOrd="1" destOrd="0" presId="urn:microsoft.com/office/officeart/2005/8/layout/orgChart1"/>
    <dgm:cxn modelId="{DB5A75C8-74D7-4721-99A0-E99B3BA0F5A3}" type="presOf" srcId="{31BA2094-2F8C-414F-9B2D-F9D14868EEC1}" destId="{8564B05C-2B23-4103-9A5F-DA331E55C44C}" srcOrd="0" destOrd="0" presId="urn:microsoft.com/office/officeart/2005/8/layout/orgChart1"/>
    <dgm:cxn modelId="{640A78C8-BD6E-4FA3-8258-CD1076196532}" srcId="{15D4E530-E899-4FF3-917B-18C1F76DE86C}" destId="{DD5FFCD2-F91B-43B0-BBEE-4D8823374FA2}" srcOrd="0" destOrd="0" parTransId="{1423FEAB-D60E-4C2A-8B71-4EEAC5F87008}" sibTransId="{3D302697-8371-4D4B-A8F7-CAD0115A29E2}"/>
    <dgm:cxn modelId="{BFE795C8-5F41-4763-BC1C-959272485717}" srcId="{41B8B842-182E-4829-B2E7-21131C57B832}" destId="{878C280D-1283-434C-89F6-07881A706581}" srcOrd="2" destOrd="0" parTransId="{5DD8AA6F-C004-425D-93BC-81DEAA5332B6}" sibTransId="{904035AA-60CE-495B-BEDE-71DD236B7A2E}"/>
    <dgm:cxn modelId="{23AF4FCA-89BC-47E4-BDC4-7E5373C0747F}" type="presOf" srcId="{A1665A1C-FAE0-479D-89E5-5B91A24A1189}" destId="{B9591FEC-74CD-43C0-8347-1DDD7A1C5147}" srcOrd="0" destOrd="0" presId="urn:microsoft.com/office/officeart/2005/8/layout/orgChart1"/>
    <dgm:cxn modelId="{860EF5CA-B3E7-40C2-93F6-66D02600F118}" srcId="{15D4E530-E899-4FF3-917B-18C1F76DE86C}" destId="{16F21F2C-8163-454D-B1A7-9A0B70D89AAA}" srcOrd="1" destOrd="0" parTransId="{9A890950-FA1D-487A-9FE9-59BB3460F32C}" sibTransId="{2510A4FA-7EEF-4406-9FBB-CF305B519C35}"/>
    <dgm:cxn modelId="{3A6492CC-E445-4AE8-B594-FC343132B42C}" type="presOf" srcId="{58D4F507-6EBC-40A5-9692-744C57D8807D}" destId="{F0AA28F1-7C39-407E-AD6F-B5D5CCFC6329}" srcOrd="0" destOrd="0" presId="urn:microsoft.com/office/officeart/2005/8/layout/orgChart1"/>
    <dgm:cxn modelId="{F67A30CD-4A84-469A-8A0D-529DFAB73692}" type="presOf" srcId="{1AA33A3C-00E4-47F8-9F1D-35684C42BE92}" destId="{B7699C5F-4022-4D90-8C82-A31662B03423}" srcOrd="0" destOrd="0" presId="urn:microsoft.com/office/officeart/2005/8/layout/orgChart1"/>
    <dgm:cxn modelId="{B52C6ACD-B567-4972-A030-A65DC0C9CF98}" type="presOf" srcId="{F28FAFCB-896B-4A46-93D7-6D631E8F61D5}" destId="{622A7EAD-6890-4C35-BAE7-661B33C3CF72}" srcOrd="0" destOrd="0" presId="urn:microsoft.com/office/officeart/2005/8/layout/orgChart1"/>
    <dgm:cxn modelId="{68AE49CE-BEDE-4EBF-A102-E0D5B1E55962}" srcId="{B71BA17D-BFE1-488C-A09E-C39F5C1A86F7}" destId="{31D60A8F-FF4E-411E-A7F9-5BBFC4CB4F6F}" srcOrd="5" destOrd="0" parTransId="{64FC8A06-7640-4096-884A-36B49C0E768B}" sibTransId="{16272FCA-081C-4A0F-8725-443D61534663}"/>
    <dgm:cxn modelId="{48D515D0-638D-426D-92F9-4A4266B17F50}" type="presOf" srcId="{507FFEF7-0423-49C9-AAD0-284A3B7E6DC9}" destId="{EC30183B-BEC8-4EFC-A0A9-31DE68B9286A}" srcOrd="1" destOrd="0" presId="urn:microsoft.com/office/officeart/2005/8/layout/orgChart1"/>
    <dgm:cxn modelId="{3A5FA2D1-B766-4970-B928-60CB96905F3B}" type="presOf" srcId="{791EDE9F-8BB6-42CF-BD82-B700AD026D14}" destId="{AEACB6C7-5EBB-4E3A-A6A9-8E50C867B2C8}" srcOrd="1" destOrd="0" presId="urn:microsoft.com/office/officeart/2005/8/layout/orgChart1"/>
    <dgm:cxn modelId="{8650B9D1-DD1A-4F42-9317-8F77528CD519}" srcId="{860A26FB-423B-496B-BAB0-B42B0960D613}" destId="{E368D152-6E15-468A-9A45-541FDE114B73}" srcOrd="0" destOrd="0" parTransId="{C8C68411-4D56-4985-A674-F12084FE2062}" sibTransId="{BC17FF84-16FE-4991-8F41-D82D56E66051}"/>
    <dgm:cxn modelId="{518542D2-1B7F-4884-BE1B-B986FD237C29}" type="presOf" srcId="{E368D152-6E15-468A-9A45-541FDE114B73}" destId="{A9DB2A06-AE52-4F8B-AF29-285D4D9BD451}" srcOrd="0" destOrd="0" presId="urn:microsoft.com/office/officeart/2005/8/layout/orgChart1"/>
    <dgm:cxn modelId="{34CE99D2-5674-45DA-B2C2-96E3B01ED782}" type="presOf" srcId="{9068ACA6-D6B0-46FB-877C-D9B0614DE326}" destId="{DDA99997-33DE-4160-9A93-C886DA41E592}" srcOrd="1" destOrd="0" presId="urn:microsoft.com/office/officeart/2005/8/layout/orgChart1"/>
    <dgm:cxn modelId="{71855FD4-76FB-4DF5-A9AA-87304BEE5138}" type="presOf" srcId="{AC914804-7302-413E-B511-EA87DD591312}" destId="{4958122D-41F3-44B5-896C-FA07539DBD24}" srcOrd="1" destOrd="0" presId="urn:microsoft.com/office/officeart/2005/8/layout/orgChart1"/>
    <dgm:cxn modelId="{8C8A9DD6-EFAC-428E-863B-FBFF842C0911}" type="presOf" srcId="{DD5FFCD2-F91B-43B0-BBEE-4D8823374FA2}" destId="{F3314EC3-326F-4443-9EFF-0970DE310CC1}" srcOrd="0" destOrd="0" presId="urn:microsoft.com/office/officeart/2005/8/layout/orgChart1"/>
    <dgm:cxn modelId="{223EAAD7-1FC5-4B79-AFC1-043640E695C8}" type="presOf" srcId="{76794D97-5CDA-4948-939A-6254DBFE8F2E}" destId="{C52C1204-505E-4C89-B5A7-BF65DF1103BE}" srcOrd="0" destOrd="0" presId="urn:microsoft.com/office/officeart/2005/8/layout/orgChart1"/>
    <dgm:cxn modelId="{98D454DB-7E1F-426F-A1F7-C3A10D9AA2D8}" type="presOf" srcId="{A7CBFF75-14B6-474D-A670-53420C7572D6}" destId="{F89AD84A-51E5-4AD4-A730-77DA182DE1FE}" srcOrd="1" destOrd="0" presId="urn:microsoft.com/office/officeart/2005/8/layout/orgChart1"/>
    <dgm:cxn modelId="{E3DE4ADD-37A8-4508-B2EE-1CD47A817BA7}" type="presOf" srcId="{64EC3753-0C9F-45DB-A2EE-B45275460F15}" destId="{E11D48DE-3B6D-4CB5-9A02-55B2832E044C}" srcOrd="0" destOrd="0" presId="urn:microsoft.com/office/officeart/2005/8/layout/orgChart1"/>
    <dgm:cxn modelId="{1C4429DF-70CE-4146-9054-1AC36ADBA348}" srcId="{115BBF3D-B895-4184-BD93-4AA8935F1D15}" destId="{6E42D342-311E-4E06-9360-0AB1637D4A4A}" srcOrd="5" destOrd="0" parTransId="{1AA33A3C-00E4-47F8-9F1D-35684C42BE92}" sibTransId="{AD87526A-5B1C-4AC0-9CA2-A36859AAA38A}"/>
    <dgm:cxn modelId="{03CEDADF-5AE3-477E-9558-77CED3A2EB89}" type="presOf" srcId="{16F21F2C-8163-454D-B1A7-9A0B70D89AAA}" destId="{D6E80768-4950-4840-849A-F73F02DF7804}" srcOrd="0" destOrd="0" presId="urn:microsoft.com/office/officeart/2005/8/layout/orgChart1"/>
    <dgm:cxn modelId="{82BE62E0-DAA9-4CB8-B4BC-09B859B991B0}" type="presOf" srcId="{00AF4181-AB5C-42A8-ACA4-5597946B4D0D}" destId="{E19E8BF4-F511-417E-855C-7A30F0CD7F4A}" srcOrd="1" destOrd="0" presId="urn:microsoft.com/office/officeart/2005/8/layout/orgChart1"/>
    <dgm:cxn modelId="{255A26E2-0D7D-42E7-B1C2-17FA7F83603E}" type="presOf" srcId="{0B27195F-34D2-48DC-BF89-10BE1178C08F}" destId="{5DFED46D-E030-46B6-A427-868A617DDB2A}" srcOrd="0" destOrd="0" presId="urn:microsoft.com/office/officeart/2005/8/layout/orgChart1"/>
    <dgm:cxn modelId="{A2746CE2-ED57-460D-BD3C-7411D7D21CCB}" type="presOf" srcId="{DC8B542C-3295-4468-A097-4E1DF2C83714}" destId="{140859C5-7347-485A-8F90-0C3EBBA595E2}" srcOrd="0" destOrd="0" presId="urn:microsoft.com/office/officeart/2005/8/layout/orgChart1"/>
    <dgm:cxn modelId="{51B8C7E4-348F-471E-875D-7836B1D46763}" type="presOf" srcId="{6E42D342-311E-4E06-9360-0AB1637D4A4A}" destId="{5B92DF77-BDEF-4266-B203-98B10205EEDB}" srcOrd="0" destOrd="0" presId="urn:microsoft.com/office/officeart/2005/8/layout/orgChart1"/>
    <dgm:cxn modelId="{B1191CE5-08A1-4E36-A905-1CA32203EAA2}" type="presOf" srcId="{7816F378-2923-43F2-BB23-AE08FE323166}" destId="{E3B3F458-7882-4CDA-82EC-65A8852C3EF9}" srcOrd="1" destOrd="0" presId="urn:microsoft.com/office/officeart/2005/8/layout/orgChart1"/>
    <dgm:cxn modelId="{727FEEE7-6F48-4078-82ED-80B1189377A1}" type="presOf" srcId="{64FC8A06-7640-4096-884A-36B49C0E768B}" destId="{7E47D45E-43D2-4B36-8A28-B06B9AFAC09D}" srcOrd="0" destOrd="0" presId="urn:microsoft.com/office/officeart/2005/8/layout/orgChart1"/>
    <dgm:cxn modelId="{768295E8-EA52-4EA4-AC5B-2467018F2206}" type="presOf" srcId="{C9441247-8803-4A8A-AC90-6383DA1956B7}" destId="{64FCDED2-CEF4-4A98-986C-F8A1D7024C6C}" srcOrd="0" destOrd="0" presId="urn:microsoft.com/office/officeart/2005/8/layout/orgChart1"/>
    <dgm:cxn modelId="{51C9A0E8-2F38-4DC5-9D6E-78CA281E6260}" type="presOf" srcId="{E0399DDB-9231-47B8-B72C-47C8BD7CDB73}" destId="{57BC4B5D-7108-4B69-883A-A286FD562639}" srcOrd="0" destOrd="0" presId="urn:microsoft.com/office/officeart/2005/8/layout/orgChart1"/>
    <dgm:cxn modelId="{484EB7E8-827B-411E-BDB6-5D455B033EA7}" type="presOf" srcId="{41BA1757-113B-4F63-AAAA-F54F8D671453}" destId="{85CB3B77-3533-4B53-B5B0-79B0D7904CD9}" srcOrd="0" destOrd="0" presId="urn:microsoft.com/office/officeart/2005/8/layout/orgChart1"/>
    <dgm:cxn modelId="{1232CBE8-D2D8-49D8-BE58-51DE8E009500}" type="presOf" srcId="{5DD8AA6F-C004-425D-93BC-81DEAA5332B6}" destId="{92027BC4-942F-448D-9FF9-50D32CC4F9F8}" srcOrd="0" destOrd="0" presId="urn:microsoft.com/office/officeart/2005/8/layout/orgChart1"/>
    <dgm:cxn modelId="{BEB5DEEB-8B97-4BAA-B231-46C7D4D99720}" srcId="{115BBF3D-B895-4184-BD93-4AA8935F1D15}" destId="{AC914804-7302-413E-B511-EA87DD591312}" srcOrd="6" destOrd="0" parTransId="{53538FFC-EE18-4374-9723-7DD407083D24}" sibTransId="{E00C62E1-6A1F-4AED-9306-CB1305E535D7}"/>
    <dgm:cxn modelId="{56960DEC-A1D9-435A-BF83-D80F16434363}" srcId="{41B8B842-182E-4829-B2E7-21131C57B832}" destId="{C8E9275B-95CA-46C9-9D0C-55F5178C26DA}" srcOrd="0" destOrd="0" parTransId="{F28FAFCB-896B-4A46-93D7-6D631E8F61D5}" sibTransId="{EC615E52-7C9F-4CE4-9EF8-80D3B24862C8}"/>
    <dgm:cxn modelId="{50DA16ED-C7FD-40CE-891C-5EB541ED62B1}" type="presOf" srcId="{7D46F392-9CEC-4F3B-AE7A-810EA397CEBC}" destId="{85B70B54-3B0B-4C3C-B5D6-6DF2D35388D8}" srcOrd="1" destOrd="0" presId="urn:microsoft.com/office/officeart/2005/8/layout/orgChart1"/>
    <dgm:cxn modelId="{42ED55ED-FCFE-45D3-B393-64C23CF5A522}" type="presOf" srcId="{BA76FAE8-41FB-47DE-8C15-AF333C65A7B3}" destId="{D8A33851-C2EF-47C5-9B40-7F1A4A79DAE9}" srcOrd="1" destOrd="0" presId="urn:microsoft.com/office/officeart/2005/8/layout/orgChart1"/>
    <dgm:cxn modelId="{2D8098EE-99C3-405D-99E6-DA87639C01E6}" type="presOf" srcId="{6798FF78-B509-4896-BF82-ABDD5FDBC12F}" destId="{97DD66FF-714B-4E84-B755-1342C9B21B4F}" srcOrd="1" destOrd="0" presId="urn:microsoft.com/office/officeart/2005/8/layout/orgChart1"/>
    <dgm:cxn modelId="{2F15DFEE-79C7-44EF-91AC-B1CB611807D7}" srcId="{507FFEF7-0423-49C9-AAD0-284A3B7E6DC9}" destId="{FC897097-0C7F-49F9-8942-B06D970B513F}" srcOrd="7" destOrd="0" parTransId="{F64429C3-991D-4AE3-9AE0-AB30ECAD9561}" sibTransId="{985749E6-6DBD-4E3F-8B05-84A058A3815E}"/>
    <dgm:cxn modelId="{02DB97EF-5F38-4CA3-84F5-4193432D552C}" type="presOf" srcId="{D7647099-3B1E-4E6C-AD32-4F40C06D54F2}" destId="{CD88A946-4CD8-454A-A246-92E6436E3F5B}" srcOrd="0" destOrd="0" presId="urn:microsoft.com/office/officeart/2005/8/layout/orgChart1"/>
    <dgm:cxn modelId="{68C6DCF0-1BF7-418F-9DEE-F6AA9709F84A}" type="presOf" srcId="{DD5FFCD2-F91B-43B0-BBEE-4D8823374FA2}" destId="{661FD1C9-F5CB-4918-95F3-A2ADE137C0B8}" srcOrd="1" destOrd="0" presId="urn:microsoft.com/office/officeart/2005/8/layout/orgChart1"/>
    <dgm:cxn modelId="{9B1C37F3-7271-4232-BE1B-4548CB5216FC}" type="presOf" srcId="{C8C68411-4D56-4985-A674-F12084FE2062}" destId="{3F3FBE2A-EE68-4454-AD41-7A5A99DEA1CA}" srcOrd="0" destOrd="0" presId="urn:microsoft.com/office/officeart/2005/8/layout/orgChart1"/>
    <dgm:cxn modelId="{ADC039F3-6F60-450F-9CB7-953DD6546FC8}" type="presOf" srcId="{1078D308-B2F6-42D9-A3B9-811CB04AF5B7}" destId="{63A68709-9AB7-4FBA-A44B-D49A93670E00}" srcOrd="0" destOrd="0" presId="urn:microsoft.com/office/officeart/2005/8/layout/orgChart1"/>
    <dgm:cxn modelId="{813689F4-7999-46D7-B635-E45F7DA09E05}" type="presOf" srcId="{791EDE9F-8BB6-42CF-BD82-B700AD026D14}" destId="{B1CECBE4-D057-4B7B-BB5A-50A9AD55BDD8}" srcOrd="0" destOrd="0" presId="urn:microsoft.com/office/officeart/2005/8/layout/orgChart1"/>
    <dgm:cxn modelId="{3646A1F5-9273-492E-B786-0BA220BEA844}" type="presOf" srcId="{A7CBFF75-14B6-474D-A670-53420C7572D6}" destId="{629B4A1E-0376-4B01-9CF1-C55F90F3E132}" srcOrd="0" destOrd="0" presId="urn:microsoft.com/office/officeart/2005/8/layout/orgChart1"/>
    <dgm:cxn modelId="{872076F6-7A9C-47BF-BEF2-C74A5B1A003E}" type="presOf" srcId="{3E6549BB-9541-46E3-BE27-276261508F39}" destId="{0D52BCA9-7172-403D-A58D-E2EE80541B1F}" srcOrd="1" destOrd="0" presId="urn:microsoft.com/office/officeart/2005/8/layout/orgChart1"/>
    <dgm:cxn modelId="{D6EBF6F6-975B-4706-9781-D72E56160004}" type="presOf" srcId="{15D4E530-E899-4FF3-917B-18C1F76DE86C}" destId="{D03D7747-7B3B-4ECA-A267-7029BF0DA73B}" srcOrd="1" destOrd="0" presId="urn:microsoft.com/office/officeart/2005/8/layout/orgChart1"/>
    <dgm:cxn modelId="{E23D14F7-CF7A-4A59-8947-4B624B5A6DB0}" srcId="{AC914804-7302-413E-B511-EA87DD591312}" destId="{03DA4889-AF22-4446-A92C-28FA80ABD1F6}" srcOrd="4" destOrd="0" parTransId="{2EC377FF-DA6A-4982-92A2-48FE57502807}" sibTransId="{2A405271-58C7-4702-BA09-9BABAC632A16}"/>
    <dgm:cxn modelId="{F5D6E8F7-D8D4-4963-AF24-8F8FA0E49A8F}" srcId="{6E42D342-311E-4E06-9360-0AB1637D4A4A}" destId="{D7647099-3B1E-4E6C-AD32-4F40C06D54F2}" srcOrd="0" destOrd="0" parTransId="{C40022D8-8239-4D92-8E6C-2EC284B2DF30}" sibTransId="{6913C3CD-1D6B-43BA-9C90-EB276FC5E728}"/>
    <dgm:cxn modelId="{DDA25CF8-B1F1-4843-91C6-200E87B97BC7}" type="presOf" srcId="{638F1B56-E69B-4A31-92BF-D717D95C3564}" destId="{7600C382-A9B0-48E9-B2AD-D381024E4E13}" srcOrd="0" destOrd="0" presId="urn:microsoft.com/office/officeart/2005/8/layout/orgChart1"/>
    <dgm:cxn modelId="{40DE38FA-0A33-4194-AB4D-A47A424C569E}" type="presOf" srcId="{C8E9275B-95CA-46C9-9D0C-55F5178C26DA}" destId="{F1E9C79A-6C1E-463A-8A3E-D7E12958BEB9}" srcOrd="1" destOrd="0" presId="urn:microsoft.com/office/officeart/2005/8/layout/orgChart1"/>
    <dgm:cxn modelId="{A8EBE1FB-AA43-4F90-8C52-47FEEF705CBB}" srcId="{B96F57EA-AB73-444E-AD94-6F2CFD122458}" destId="{C4A1B9E9-C2E6-429E-B1F5-58FC456DB3B6}" srcOrd="3" destOrd="0" parTransId="{F74A6848-4A08-4AE9-A60E-8BB98334B76A}" sibTransId="{644043FE-38F9-4F45-AF04-A358C420BC3C}"/>
    <dgm:cxn modelId="{303E47FD-CE7D-4A3F-8EB6-0E9F591581BC}" srcId="{AC914804-7302-413E-B511-EA87DD591312}" destId="{5C2DC02D-A458-452C-859E-8A4674068DEB}" srcOrd="0" destOrd="0" parTransId="{9206825F-2D18-406F-B2D2-729E4795E9E8}" sibTransId="{9E3D8F6B-9431-4D7D-BECF-7F97B68C75C8}"/>
    <dgm:cxn modelId="{A3D6F3FD-7CE7-4DA8-B41B-2101C6937FF7}" type="presOf" srcId="{0828DFE2-403D-4CAD-9B84-3AF6DB3EBCC1}" destId="{015EFCFA-FECF-4472-B735-78F90545CE6D}" srcOrd="1" destOrd="0" presId="urn:microsoft.com/office/officeart/2005/8/layout/orgChart1"/>
    <dgm:cxn modelId="{3496FEFF-40BB-4054-878E-C35316BDF263}" type="presOf" srcId="{115BBF3D-B895-4184-BD93-4AA8935F1D15}" destId="{BABFBA16-8046-49B8-8565-5EE19DCE0147}" srcOrd="1" destOrd="0" presId="urn:microsoft.com/office/officeart/2005/8/layout/orgChart1"/>
    <dgm:cxn modelId="{130C394B-EDD8-4009-856D-7F66BE6F56BF}" type="presParOf" srcId="{C52C1204-505E-4C89-B5A7-BF65DF1103BE}" destId="{0D98F0DA-3BF2-40C2-BC76-1F4215A9DD87}" srcOrd="0" destOrd="0" presId="urn:microsoft.com/office/officeart/2005/8/layout/orgChart1"/>
    <dgm:cxn modelId="{4F807385-962F-45C2-9446-AD00376B64D1}" type="presParOf" srcId="{0D98F0DA-3BF2-40C2-BC76-1F4215A9DD87}" destId="{73124877-BF9F-4F87-A69D-F0875E660070}" srcOrd="0" destOrd="0" presId="urn:microsoft.com/office/officeart/2005/8/layout/orgChart1"/>
    <dgm:cxn modelId="{F6AF4B7C-B3ED-4E5C-A244-ED14D352E364}" type="presParOf" srcId="{73124877-BF9F-4F87-A69D-F0875E660070}" destId="{E64290A4-D270-41B4-A810-0AAF81E55BE7}" srcOrd="0" destOrd="0" presId="urn:microsoft.com/office/officeart/2005/8/layout/orgChart1"/>
    <dgm:cxn modelId="{EACF7019-2CF4-424B-9A24-65643DC571D6}" type="presParOf" srcId="{73124877-BF9F-4F87-A69D-F0875E660070}" destId="{51F571D7-399D-4CD8-9D33-2D770EE30988}" srcOrd="1" destOrd="0" presId="urn:microsoft.com/office/officeart/2005/8/layout/orgChart1"/>
    <dgm:cxn modelId="{CB101CAE-B0AE-4972-ABB1-D533E34293CE}" type="presParOf" srcId="{0D98F0DA-3BF2-40C2-BC76-1F4215A9DD87}" destId="{1BB8C8C7-3BFD-4D03-80C2-D28F02B87AF0}" srcOrd="1" destOrd="0" presId="urn:microsoft.com/office/officeart/2005/8/layout/orgChart1"/>
    <dgm:cxn modelId="{7C04834C-2394-4D56-81E5-59DF1A1B112D}" type="presParOf" srcId="{1BB8C8C7-3BFD-4D03-80C2-D28F02B87AF0}" destId="{4CD948FE-9318-464F-AC54-E6121CD3B58B}" srcOrd="0" destOrd="0" presId="urn:microsoft.com/office/officeart/2005/8/layout/orgChart1"/>
    <dgm:cxn modelId="{1F3DEA5F-FD0C-4A6F-81F8-0C83093FFA84}" type="presParOf" srcId="{1BB8C8C7-3BFD-4D03-80C2-D28F02B87AF0}" destId="{A852B44A-E5D2-45B6-9FBD-CA7074582976}" srcOrd="1" destOrd="0" presId="urn:microsoft.com/office/officeart/2005/8/layout/orgChart1"/>
    <dgm:cxn modelId="{95B3F987-A7D5-4D12-8BDA-4D30E9519DB8}" type="presParOf" srcId="{A852B44A-E5D2-45B6-9FBD-CA7074582976}" destId="{938B5832-B12C-4B43-91E0-02493FD6D65A}" srcOrd="0" destOrd="0" presId="urn:microsoft.com/office/officeart/2005/8/layout/orgChart1"/>
    <dgm:cxn modelId="{14733E09-DD71-48EA-A725-09CE64AC521E}" type="presParOf" srcId="{938B5832-B12C-4B43-91E0-02493FD6D65A}" destId="{319BC77A-7310-4A6A-B34F-5C21C651AC2B}" srcOrd="0" destOrd="0" presId="urn:microsoft.com/office/officeart/2005/8/layout/orgChart1"/>
    <dgm:cxn modelId="{A9E06245-7F89-440E-8743-5123B1859717}" type="presParOf" srcId="{938B5832-B12C-4B43-91E0-02493FD6D65A}" destId="{6C136CF5-B1A4-488F-9599-C19C552A333E}" srcOrd="1" destOrd="0" presId="urn:microsoft.com/office/officeart/2005/8/layout/orgChart1"/>
    <dgm:cxn modelId="{F27539FE-FF48-48F6-938F-CD3E73A8D3E5}" type="presParOf" srcId="{A852B44A-E5D2-45B6-9FBD-CA7074582976}" destId="{055CCDBF-9906-4F75-B638-E482F43589C0}" srcOrd="1" destOrd="0" presId="urn:microsoft.com/office/officeart/2005/8/layout/orgChart1"/>
    <dgm:cxn modelId="{29639AA6-106F-404B-AE3A-854C8213E5F5}" type="presParOf" srcId="{055CCDBF-9906-4F75-B638-E482F43589C0}" destId="{9F8D1535-CB74-4F4C-8AAB-D74FEFAE55F3}" srcOrd="0" destOrd="0" presId="urn:microsoft.com/office/officeart/2005/8/layout/orgChart1"/>
    <dgm:cxn modelId="{2C6E99FB-5AF4-472F-968F-B12AA2012A70}" type="presParOf" srcId="{055CCDBF-9906-4F75-B638-E482F43589C0}" destId="{0D7564C6-D503-4602-B456-F1120AC95D1A}" srcOrd="1" destOrd="0" presId="urn:microsoft.com/office/officeart/2005/8/layout/orgChart1"/>
    <dgm:cxn modelId="{F8373E47-F3D7-4808-A906-0D49F42732E4}" type="presParOf" srcId="{0D7564C6-D503-4602-B456-F1120AC95D1A}" destId="{7ED08A0F-1127-4C63-928E-2A4A49A80F4E}" srcOrd="0" destOrd="0" presId="urn:microsoft.com/office/officeart/2005/8/layout/orgChart1"/>
    <dgm:cxn modelId="{F89324FE-C499-4238-80D9-704F2E6768CA}" type="presParOf" srcId="{7ED08A0F-1127-4C63-928E-2A4A49A80F4E}" destId="{1C3587E6-0A5F-4C0F-852E-A1CECF015EFB}" srcOrd="0" destOrd="0" presId="urn:microsoft.com/office/officeart/2005/8/layout/orgChart1"/>
    <dgm:cxn modelId="{E5BB8E01-DA2C-4298-A836-F35D3532B702}" type="presParOf" srcId="{7ED08A0F-1127-4C63-928E-2A4A49A80F4E}" destId="{8675A6CD-6779-467D-BAFF-FB01897AE869}" srcOrd="1" destOrd="0" presId="urn:microsoft.com/office/officeart/2005/8/layout/orgChart1"/>
    <dgm:cxn modelId="{5D8D3190-160E-4194-82AF-E01980078B8B}" type="presParOf" srcId="{0D7564C6-D503-4602-B456-F1120AC95D1A}" destId="{B2004F7B-B04F-473E-911E-B895053F6735}" srcOrd="1" destOrd="0" presId="urn:microsoft.com/office/officeart/2005/8/layout/orgChart1"/>
    <dgm:cxn modelId="{09E555BE-5565-4E69-B9A3-375B0C1D0576}" type="presParOf" srcId="{B2004F7B-B04F-473E-911E-B895053F6735}" destId="{6E3CC9F2-0719-4C15-BA51-06F8306E16EA}" srcOrd="0" destOrd="0" presId="urn:microsoft.com/office/officeart/2005/8/layout/orgChart1"/>
    <dgm:cxn modelId="{B0A09BB4-E85A-45FE-9190-AC566FB0152A}" type="presParOf" srcId="{B2004F7B-B04F-473E-911E-B895053F6735}" destId="{D9F6A4E9-41C5-4924-B253-E0B3EAF4B064}" srcOrd="1" destOrd="0" presId="urn:microsoft.com/office/officeart/2005/8/layout/orgChart1"/>
    <dgm:cxn modelId="{4D91945F-D089-4DD7-B9E4-75802E397DC4}" type="presParOf" srcId="{D9F6A4E9-41C5-4924-B253-E0B3EAF4B064}" destId="{B2D6DC85-F0AF-40FD-AE89-800D7ADC5842}" srcOrd="0" destOrd="0" presId="urn:microsoft.com/office/officeart/2005/8/layout/orgChart1"/>
    <dgm:cxn modelId="{7C326AF5-919B-4E59-A49A-A7682D9412C9}" type="presParOf" srcId="{B2D6DC85-F0AF-40FD-AE89-800D7ADC5842}" destId="{3C53FF64-2D04-4362-A27C-7689BF72FFC7}" srcOrd="0" destOrd="0" presId="urn:microsoft.com/office/officeart/2005/8/layout/orgChart1"/>
    <dgm:cxn modelId="{E24F2F5C-B643-4072-8E53-AB676C8DEBA8}" type="presParOf" srcId="{B2D6DC85-F0AF-40FD-AE89-800D7ADC5842}" destId="{E19E8BF4-F511-417E-855C-7A30F0CD7F4A}" srcOrd="1" destOrd="0" presId="urn:microsoft.com/office/officeart/2005/8/layout/orgChart1"/>
    <dgm:cxn modelId="{C56C3737-4A1D-4942-8CD7-738A78070143}" type="presParOf" srcId="{D9F6A4E9-41C5-4924-B253-E0B3EAF4B064}" destId="{19EC20C5-01D8-434D-BA45-F2B1EEB90773}" srcOrd="1" destOrd="0" presId="urn:microsoft.com/office/officeart/2005/8/layout/orgChart1"/>
    <dgm:cxn modelId="{B04BDEA6-322D-4545-AB86-2CBD9D6A4954}" type="presParOf" srcId="{D9F6A4E9-41C5-4924-B253-E0B3EAF4B064}" destId="{BFE113F3-7396-4347-891F-54DED1B274FC}" srcOrd="2" destOrd="0" presId="urn:microsoft.com/office/officeart/2005/8/layout/orgChart1"/>
    <dgm:cxn modelId="{569F3D17-9625-439C-B83C-02AC19D7FAB5}" type="presParOf" srcId="{0D7564C6-D503-4602-B456-F1120AC95D1A}" destId="{41F96D4B-FDF0-495D-8932-C57A506BD285}" srcOrd="2" destOrd="0" presId="urn:microsoft.com/office/officeart/2005/8/layout/orgChart1"/>
    <dgm:cxn modelId="{91420615-93FF-4CE7-925C-BD58F5EE645F}" type="presParOf" srcId="{055CCDBF-9906-4F75-B638-E482F43589C0}" destId="{993C855B-BC81-4B7C-8A4F-3168BD290744}" srcOrd="2" destOrd="0" presId="urn:microsoft.com/office/officeart/2005/8/layout/orgChart1"/>
    <dgm:cxn modelId="{F0394A63-26D7-4B0A-BCF6-34BE5757F280}" type="presParOf" srcId="{055CCDBF-9906-4F75-B638-E482F43589C0}" destId="{D53CA120-A4A1-473A-81FF-783E5A1956C2}" srcOrd="3" destOrd="0" presId="urn:microsoft.com/office/officeart/2005/8/layout/orgChart1"/>
    <dgm:cxn modelId="{129F937E-D9BD-43E8-AA09-633796445F77}" type="presParOf" srcId="{D53CA120-A4A1-473A-81FF-783E5A1956C2}" destId="{2DED000E-AC46-4620-9F7F-A85A90AD40DC}" srcOrd="0" destOrd="0" presId="urn:microsoft.com/office/officeart/2005/8/layout/orgChart1"/>
    <dgm:cxn modelId="{A420FFB2-0C14-4DC4-A32F-70CB9B3D1259}" type="presParOf" srcId="{2DED000E-AC46-4620-9F7F-A85A90AD40DC}" destId="{1E2975ED-DED6-4FC8-A304-7CA90C034337}" srcOrd="0" destOrd="0" presId="urn:microsoft.com/office/officeart/2005/8/layout/orgChart1"/>
    <dgm:cxn modelId="{D0CE5E91-AB31-41E7-A2FC-5B8E4A7437F0}" type="presParOf" srcId="{2DED000E-AC46-4620-9F7F-A85A90AD40DC}" destId="{0F425428-61B4-4CC1-8E2C-F8037DD38807}" srcOrd="1" destOrd="0" presId="urn:microsoft.com/office/officeart/2005/8/layout/orgChart1"/>
    <dgm:cxn modelId="{CB5D40EE-12F1-4B86-9657-D7EABD8454F9}" type="presParOf" srcId="{D53CA120-A4A1-473A-81FF-783E5A1956C2}" destId="{F962F6E8-B177-4FC6-90A1-B80B366ACBA4}" srcOrd="1" destOrd="0" presId="urn:microsoft.com/office/officeart/2005/8/layout/orgChart1"/>
    <dgm:cxn modelId="{A486D5D5-C0BE-4B39-8BEB-9280A3CEF15E}" type="presParOf" srcId="{F962F6E8-B177-4FC6-90A1-B80B366ACBA4}" destId="{D954B785-9CA1-49C6-8DC0-39163C2729C2}" srcOrd="0" destOrd="0" presId="urn:microsoft.com/office/officeart/2005/8/layout/orgChart1"/>
    <dgm:cxn modelId="{86AF24CF-8D77-4D63-B91C-3E340CDAFAA5}" type="presParOf" srcId="{F962F6E8-B177-4FC6-90A1-B80B366ACBA4}" destId="{3000575D-5651-45D9-ADFE-6B0262B8B1FC}" srcOrd="1" destOrd="0" presId="urn:microsoft.com/office/officeart/2005/8/layout/orgChart1"/>
    <dgm:cxn modelId="{C512FBF9-3162-4851-9DAC-919CD79B0CE6}" type="presParOf" srcId="{3000575D-5651-45D9-ADFE-6B0262B8B1FC}" destId="{9E971A5C-D7AB-424B-A6B2-6086BEC3FACB}" srcOrd="0" destOrd="0" presId="urn:microsoft.com/office/officeart/2005/8/layout/orgChart1"/>
    <dgm:cxn modelId="{8885DB86-BAD3-4D46-83C7-AE2B6BB2CACE}" type="presParOf" srcId="{9E971A5C-D7AB-424B-A6B2-6086BEC3FACB}" destId="{1B67520F-B14A-4A04-84B2-921A47485257}" srcOrd="0" destOrd="0" presId="urn:microsoft.com/office/officeart/2005/8/layout/orgChart1"/>
    <dgm:cxn modelId="{F1CD7E81-332A-4B71-A748-F621420E2695}" type="presParOf" srcId="{9E971A5C-D7AB-424B-A6B2-6086BEC3FACB}" destId="{DB4684EE-FBFB-4CAA-84A4-EF321635919A}" srcOrd="1" destOrd="0" presId="urn:microsoft.com/office/officeart/2005/8/layout/orgChart1"/>
    <dgm:cxn modelId="{3DAC1D68-7431-423C-8BE8-CBF24C311BE2}" type="presParOf" srcId="{3000575D-5651-45D9-ADFE-6B0262B8B1FC}" destId="{A96A5CC7-614A-4E17-B038-6FAA8205FE33}" srcOrd="1" destOrd="0" presId="urn:microsoft.com/office/officeart/2005/8/layout/orgChart1"/>
    <dgm:cxn modelId="{700ADC2E-0F3F-418F-A738-ECECED2F346F}" type="presParOf" srcId="{3000575D-5651-45D9-ADFE-6B0262B8B1FC}" destId="{D0273BCB-4E9D-4A8E-B7CB-902554405B6F}" srcOrd="2" destOrd="0" presId="urn:microsoft.com/office/officeart/2005/8/layout/orgChart1"/>
    <dgm:cxn modelId="{096E24BA-406D-4A82-A42C-19B3258015F0}" type="presParOf" srcId="{D53CA120-A4A1-473A-81FF-783E5A1956C2}" destId="{4EE04453-471C-4683-B707-D9127D233399}" srcOrd="2" destOrd="0" presId="urn:microsoft.com/office/officeart/2005/8/layout/orgChart1"/>
    <dgm:cxn modelId="{655E51C3-D8A9-468B-9A12-464F2CF6A0FE}" type="presParOf" srcId="{A852B44A-E5D2-45B6-9FBD-CA7074582976}" destId="{6DF0C1B6-A37A-469C-B85C-44083388249A}" srcOrd="2" destOrd="0" presId="urn:microsoft.com/office/officeart/2005/8/layout/orgChart1"/>
    <dgm:cxn modelId="{4DF624A1-A96A-4C01-929D-DBA435AD4837}" type="presParOf" srcId="{1BB8C8C7-3BFD-4D03-80C2-D28F02B87AF0}" destId="{6A824F88-44C3-4FC8-B00F-A64A7CE189CF}" srcOrd="2" destOrd="0" presId="urn:microsoft.com/office/officeart/2005/8/layout/orgChart1"/>
    <dgm:cxn modelId="{DB1B923F-12FE-4A44-8C01-1F9F9E908971}" type="presParOf" srcId="{1BB8C8C7-3BFD-4D03-80C2-D28F02B87AF0}" destId="{1FE95AA8-3F79-4A84-B254-25A6D6FC465B}" srcOrd="3" destOrd="0" presId="urn:microsoft.com/office/officeart/2005/8/layout/orgChart1"/>
    <dgm:cxn modelId="{5A7E9CF8-A335-4699-B875-A3BA19C3FC63}" type="presParOf" srcId="{1FE95AA8-3F79-4A84-B254-25A6D6FC465B}" destId="{A06B7D09-55F3-43CA-9923-45413D03B660}" srcOrd="0" destOrd="0" presId="urn:microsoft.com/office/officeart/2005/8/layout/orgChart1"/>
    <dgm:cxn modelId="{D8484311-52C2-4A09-86C7-CACF8D626812}" type="presParOf" srcId="{A06B7D09-55F3-43CA-9923-45413D03B660}" destId="{687D2B4B-2A7F-4610-B870-1B2B7AF1DEFE}" srcOrd="0" destOrd="0" presId="urn:microsoft.com/office/officeart/2005/8/layout/orgChart1"/>
    <dgm:cxn modelId="{03B2B917-22BE-4C37-9304-172A28DF45BD}" type="presParOf" srcId="{A06B7D09-55F3-43CA-9923-45413D03B660}" destId="{BABFBA16-8046-49B8-8565-5EE19DCE0147}" srcOrd="1" destOrd="0" presId="urn:microsoft.com/office/officeart/2005/8/layout/orgChart1"/>
    <dgm:cxn modelId="{BC0F67FA-5BD0-4BD7-A649-6B0B247A1EE8}" type="presParOf" srcId="{1FE95AA8-3F79-4A84-B254-25A6D6FC465B}" destId="{7EF5B4B9-1CB0-45E9-A365-C1AF78B4B379}" srcOrd="1" destOrd="0" presId="urn:microsoft.com/office/officeart/2005/8/layout/orgChart1"/>
    <dgm:cxn modelId="{5B15AC49-BC7D-41A2-ABB6-DDEEE0FCBF3E}" type="presParOf" srcId="{7EF5B4B9-1CB0-45E9-A365-C1AF78B4B379}" destId="{57BC4B5D-7108-4B69-883A-A286FD562639}" srcOrd="0" destOrd="0" presId="urn:microsoft.com/office/officeart/2005/8/layout/orgChart1"/>
    <dgm:cxn modelId="{38BF5BB0-F9EB-4DFB-BEC4-7F9C0D074968}" type="presParOf" srcId="{7EF5B4B9-1CB0-45E9-A365-C1AF78B4B379}" destId="{5D8987A1-243F-41FB-A934-0205B01860EA}" srcOrd="1" destOrd="0" presId="urn:microsoft.com/office/officeart/2005/8/layout/orgChart1"/>
    <dgm:cxn modelId="{AD9FE733-57F8-4634-9B56-E051461AB402}" type="presParOf" srcId="{5D8987A1-243F-41FB-A934-0205B01860EA}" destId="{D9B601B8-70F1-4B50-B66A-1936C971A26B}" srcOrd="0" destOrd="0" presId="urn:microsoft.com/office/officeart/2005/8/layout/orgChart1"/>
    <dgm:cxn modelId="{E0A30962-5F71-477D-84AE-5236EF3C30AC}" type="presParOf" srcId="{D9B601B8-70F1-4B50-B66A-1936C971A26B}" destId="{3BD762BA-1654-4AE1-B169-9BA626320D4F}" srcOrd="0" destOrd="0" presId="urn:microsoft.com/office/officeart/2005/8/layout/orgChart1"/>
    <dgm:cxn modelId="{12B572AE-FC1E-463B-84F0-39945AFF81D6}" type="presParOf" srcId="{D9B601B8-70F1-4B50-B66A-1936C971A26B}" destId="{EC30183B-BEC8-4EFC-A0A9-31DE68B9286A}" srcOrd="1" destOrd="0" presId="urn:microsoft.com/office/officeart/2005/8/layout/orgChart1"/>
    <dgm:cxn modelId="{5F1CAADD-664B-4271-BA05-EE98F337511E}" type="presParOf" srcId="{5D8987A1-243F-41FB-A934-0205B01860EA}" destId="{A682F1D1-BA1F-49F8-B806-B6884B1CCFCF}" srcOrd="1" destOrd="0" presId="urn:microsoft.com/office/officeart/2005/8/layout/orgChart1"/>
    <dgm:cxn modelId="{7443605F-DEDB-472F-A3F9-7E4020987C07}" type="presParOf" srcId="{A682F1D1-BA1F-49F8-B806-B6884B1CCFCF}" destId="{B9591FEC-74CD-43C0-8347-1DDD7A1C5147}" srcOrd="0" destOrd="0" presId="urn:microsoft.com/office/officeart/2005/8/layout/orgChart1"/>
    <dgm:cxn modelId="{53DBB88B-F044-4E30-B54A-4503FA715437}" type="presParOf" srcId="{A682F1D1-BA1F-49F8-B806-B6884B1CCFCF}" destId="{A5AA2783-02C8-4A06-91AD-B75E85C4C929}" srcOrd="1" destOrd="0" presId="urn:microsoft.com/office/officeart/2005/8/layout/orgChart1"/>
    <dgm:cxn modelId="{2AFFAEED-5D96-41B3-907F-6520BEC59BDB}" type="presParOf" srcId="{A5AA2783-02C8-4A06-91AD-B75E85C4C929}" destId="{13586CC3-29F4-495E-A87E-D78C178B076E}" srcOrd="0" destOrd="0" presId="urn:microsoft.com/office/officeart/2005/8/layout/orgChart1"/>
    <dgm:cxn modelId="{C90159C7-1F52-4972-A2CE-F1A88DA84747}" type="presParOf" srcId="{13586CC3-29F4-495E-A87E-D78C178B076E}" destId="{F0090C1D-2E21-4EA6-8C12-D435C9AD05E3}" srcOrd="0" destOrd="0" presId="urn:microsoft.com/office/officeart/2005/8/layout/orgChart1"/>
    <dgm:cxn modelId="{20C21A67-8891-45BC-86CF-3324396E30FE}" type="presParOf" srcId="{13586CC3-29F4-495E-A87E-D78C178B076E}" destId="{6C4DAFA2-1B4C-4A7C-84DA-9E63BA798969}" srcOrd="1" destOrd="0" presId="urn:microsoft.com/office/officeart/2005/8/layout/orgChart1"/>
    <dgm:cxn modelId="{117C0430-EAF9-4FAA-BA80-4FD6DA37F201}" type="presParOf" srcId="{A5AA2783-02C8-4A06-91AD-B75E85C4C929}" destId="{3D04AA92-5BD7-4DB9-AE1A-9C6D726F434C}" srcOrd="1" destOrd="0" presId="urn:microsoft.com/office/officeart/2005/8/layout/orgChart1"/>
    <dgm:cxn modelId="{A47F9CEC-C219-4FEF-BD85-BB55DC1BAF3A}" type="presParOf" srcId="{A5AA2783-02C8-4A06-91AD-B75E85C4C929}" destId="{785819D6-8EC5-4228-86AC-5657D97BC6F2}" srcOrd="2" destOrd="0" presId="urn:microsoft.com/office/officeart/2005/8/layout/orgChart1"/>
    <dgm:cxn modelId="{FF48E415-E9DA-4B23-A0D9-2AA54D69CDB7}" type="presParOf" srcId="{A682F1D1-BA1F-49F8-B806-B6884B1CCFCF}" destId="{90793D4A-41B8-4664-A82F-04ED8917AA4A}" srcOrd="2" destOrd="0" presId="urn:microsoft.com/office/officeart/2005/8/layout/orgChart1"/>
    <dgm:cxn modelId="{75C33A1D-D019-4C33-8C93-5DD0F4D983EE}" type="presParOf" srcId="{A682F1D1-BA1F-49F8-B806-B6884B1CCFCF}" destId="{2E8A8033-BE33-43C3-8EDB-4931740D45AE}" srcOrd="3" destOrd="0" presId="urn:microsoft.com/office/officeart/2005/8/layout/orgChart1"/>
    <dgm:cxn modelId="{1CF2086C-4B0F-46E5-827B-EE0E74CCB205}" type="presParOf" srcId="{2E8A8033-BE33-43C3-8EDB-4931740D45AE}" destId="{6E96BFA6-BFE1-45FF-8F64-5C9A2AFD156E}" srcOrd="0" destOrd="0" presId="urn:microsoft.com/office/officeart/2005/8/layout/orgChart1"/>
    <dgm:cxn modelId="{D09C0002-A807-4100-8EEF-070C0B4A0A05}" type="presParOf" srcId="{6E96BFA6-BFE1-45FF-8F64-5C9A2AFD156E}" destId="{AF79FCDF-CED5-4476-8C8A-46FE446008DA}" srcOrd="0" destOrd="0" presId="urn:microsoft.com/office/officeart/2005/8/layout/orgChart1"/>
    <dgm:cxn modelId="{43E85E98-9518-4E49-BAFB-943E2133FA3D}" type="presParOf" srcId="{6E96BFA6-BFE1-45FF-8F64-5C9A2AFD156E}" destId="{C2C16224-0E1B-4C22-BB25-F36F6FEB5F9A}" srcOrd="1" destOrd="0" presId="urn:microsoft.com/office/officeart/2005/8/layout/orgChart1"/>
    <dgm:cxn modelId="{56E2A40D-B012-4DAC-8C5C-C69104810939}" type="presParOf" srcId="{2E8A8033-BE33-43C3-8EDB-4931740D45AE}" destId="{5323E47A-9C48-41EB-B483-B72464D9C837}" srcOrd="1" destOrd="0" presId="urn:microsoft.com/office/officeart/2005/8/layout/orgChart1"/>
    <dgm:cxn modelId="{C815372F-B7B1-4A1C-BE28-C3140D8C02A1}" type="presParOf" srcId="{2E8A8033-BE33-43C3-8EDB-4931740D45AE}" destId="{D92C2DCC-7663-456D-9CE1-972B2A28E6AB}" srcOrd="2" destOrd="0" presId="urn:microsoft.com/office/officeart/2005/8/layout/orgChart1"/>
    <dgm:cxn modelId="{23D5CB70-AB1F-45F6-A946-D0B6E5137F74}" type="presParOf" srcId="{A682F1D1-BA1F-49F8-B806-B6884B1CCFCF}" destId="{0BF9F625-3E3B-4BA6-913B-789E2E2B1D97}" srcOrd="4" destOrd="0" presId="urn:microsoft.com/office/officeart/2005/8/layout/orgChart1"/>
    <dgm:cxn modelId="{4A62EA42-72A3-43E8-8761-8D7D5D3348A0}" type="presParOf" srcId="{A682F1D1-BA1F-49F8-B806-B6884B1CCFCF}" destId="{7B64C837-E46B-4A70-BC24-E59BEB451942}" srcOrd="5" destOrd="0" presId="urn:microsoft.com/office/officeart/2005/8/layout/orgChart1"/>
    <dgm:cxn modelId="{31CD9308-3671-45A1-A45E-9D0E3F783BA8}" type="presParOf" srcId="{7B64C837-E46B-4A70-BC24-E59BEB451942}" destId="{0E51141E-FB3B-432B-9D1D-A05B81742867}" srcOrd="0" destOrd="0" presId="urn:microsoft.com/office/officeart/2005/8/layout/orgChart1"/>
    <dgm:cxn modelId="{86BF91A2-822B-4B09-BA14-3F75257BE131}" type="presParOf" srcId="{0E51141E-FB3B-432B-9D1D-A05B81742867}" destId="{629B4A1E-0376-4B01-9CF1-C55F90F3E132}" srcOrd="0" destOrd="0" presId="urn:microsoft.com/office/officeart/2005/8/layout/orgChart1"/>
    <dgm:cxn modelId="{FE8C7BB3-8ECF-43C1-A753-A0AB7CB4F1DD}" type="presParOf" srcId="{0E51141E-FB3B-432B-9D1D-A05B81742867}" destId="{F89AD84A-51E5-4AD4-A730-77DA182DE1FE}" srcOrd="1" destOrd="0" presId="urn:microsoft.com/office/officeart/2005/8/layout/orgChart1"/>
    <dgm:cxn modelId="{A44B5127-F83D-4306-B5CD-4C202B404183}" type="presParOf" srcId="{7B64C837-E46B-4A70-BC24-E59BEB451942}" destId="{5FA3BDFA-0A95-4806-B19C-973F24917AA7}" srcOrd="1" destOrd="0" presId="urn:microsoft.com/office/officeart/2005/8/layout/orgChart1"/>
    <dgm:cxn modelId="{2BB04152-1CF1-4A30-8CE8-E893851306D8}" type="presParOf" srcId="{7B64C837-E46B-4A70-BC24-E59BEB451942}" destId="{70FDB825-59E5-436F-8E44-505F4C6F45E0}" srcOrd="2" destOrd="0" presId="urn:microsoft.com/office/officeart/2005/8/layout/orgChart1"/>
    <dgm:cxn modelId="{7653007B-C632-4415-B053-31DDA6E364D7}" type="presParOf" srcId="{A682F1D1-BA1F-49F8-B806-B6884B1CCFCF}" destId="{F96BE6CA-3BE7-4107-9C92-F0D74DC25809}" srcOrd="6" destOrd="0" presId="urn:microsoft.com/office/officeart/2005/8/layout/orgChart1"/>
    <dgm:cxn modelId="{B472CFCD-002A-4E23-8C75-E616757CECE8}" type="presParOf" srcId="{A682F1D1-BA1F-49F8-B806-B6884B1CCFCF}" destId="{3CA3E174-C253-4434-8179-C05B9EC3391C}" srcOrd="7" destOrd="0" presId="urn:microsoft.com/office/officeart/2005/8/layout/orgChart1"/>
    <dgm:cxn modelId="{40F14C87-043D-4685-92D2-A113FEC1FF92}" type="presParOf" srcId="{3CA3E174-C253-4434-8179-C05B9EC3391C}" destId="{E147E709-456B-49C7-824D-D12B59003F84}" srcOrd="0" destOrd="0" presId="urn:microsoft.com/office/officeart/2005/8/layout/orgChart1"/>
    <dgm:cxn modelId="{F7C660A6-D29E-4058-86D8-7CB5866ADEE9}" type="presParOf" srcId="{E147E709-456B-49C7-824D-D12B59003F84}" destId="{B131B864-6065-4DC6-9794-EF8D37851B48}" srcOrd="0" destOrd="0" presId="urn:microsoft.com/office/officeart/2005/8/layout/orgChart1"/>
    <dgm:cxn modelId="{0ABB2397-C7F3-4DD5-8B47-97C3E9021A6C}" type="presParOf" srcId="{E147E709-456B-49C7-824D-D12B59003F84}" destId="{79E5DEBD-B5B8-4631-9207-6AD0174DF3A6}" srcOrd="1" destOrd="0" presId="urn:microsoft.com/office/officeart/2005/8/layout/orgChart1"/>
    <dgm:cxn modelId="{F1A7CEFC-230D-45BD-9A09-8700EFC32187}" type="presParOf" srcId="{3CA3E174-C253-4434-8179-C05B9EC3391C}" destId="{A9422392-8C78-487E-805F-48B1E473C985}" srcOrd="1" destOrd="0" presId="urn:microsoft.com/office/officeart/2005/8/layout/orgChart1"/>
    <dgm:cxn modelId="{A897B116-A09A-4868-BC30-EE2991321CE0}" type="presParOf" srcId="{3CA3E174-C253-4434-8179-C05B9EC3391C}" destId="{CBE59FD4-04F0-466F-9116-9469443B2A91}" srcOrd="2" destOrd="0" presId="urn:microsoft.com/office/officeart/2005/8/layout/orgChart1"/>
    <dgm:cxn modelId="{FF6347B0-42C1-44D7-9995-8FD9A43D443F}" type="presParOf" srcId="{A682F1D1-BA1F-49F8-B806-B6884B1CCFCF}" destId="{85CB3B77-3533-4B53-B5B0-79B0D7904CD9}" srcOrd="8" destOrd="0" presId="urn:microsoft.com/office/officeart/2005/8/layout/orgChart1"/>
    <dgm:cxn modelId="{C287A731-EC47-4A6F-9E27-7609A0E2CD1C}" type="presParOf" srcId="{A682F1D1-BA1F-49F8-B806-B6884B1CCFCF}" destId="{3BDC89F0-86DC-42B2-96D0-650D20403689}" srcOrd="9" destOrd="0" presId="urn:microsoft.com/office/officeart/2005/8/layout/orgChart1"/>
    <dgm:cxn modelId="{00807E07-0A79-4B80-AF27-914038AD86B8}" type="presParOf" srcId="{3BDC89F0-86DC-42B2-96D0-650D20403689}" destId="{B7988F38-76D3-4C7A-A28B-E98676B77303}" srcOrd="0" destOrd="0" presId="urn:microsoft.com/office/officeart/2005/8/layout/orgChart1"/>
    <dgm:cxn modelId="{118E5B16-AB2B-4665-8681-701D1A38A23D}" type="presParOf" srcId="{B7988F38-76D3-4C7A-A28B-E98676B77303}" destId="{64FCDED2-CEF4-4A98-986C-F8A1D7024C6C}" srcOrd="0" destOrd="0" presId="urn:microsoft.com/office/officeart/2005/8/layout/orgChart1"/>
    <dgm:cxn modelId="{6C3952FB-014A-44E4-ADDF-82627B686764}" type="presParOf" srcId="{B7988F38-76D3-4C7A-A28B-E98676B77303}" destId="{4FFF2551-1352-45D1-82F3-DE60B10B672D}" srcOrd="1" destOrd="0" presId="urn:microsoft.com/office/officeart/2005/8/layout/orgChart1"/>
    <dgm:cxn modelId="{69F2F20F-8000-4685-BFA8-88E4D8C52B6F}" type="presParOf" srcId="{3BDC89F0-86DC-42B2-96D0-650D20403689}" destId="{1D852779-3FF2-437B-BFAB-E3A1A4C3B2DD}" srcOrd="1" destOrd="0" presId="urn:microsoft.com/office/officeart/2005/8/layout/orgChart1"/>
    <dgm:cxn modelId="{50EF83B0-02FB-4B17-BC16-4109FDAE06F2}" type="presParOf" srcId="{3BDC89F0-86DC-42B2-96D0-650D20403689}" destId="{D850E974-649E-4E65-AC8D-CEA2EA581916}" srcOrd="2" destOrd="0" presId="urn:microsoft.com/office/officeart/2005/8/layout/orgChart1"/>
    <dgm:cxn modelId="{707CC4E4-1C91-49B0-9CA0-3388229C6EBC}" type="presParOf" srcId="{A682F1D1-BA1F-49F8-B806-B6884B1CCFCF}" destId="{541DEF5E-5A9F-4FF7-8F8B-3AECA9AA8E07}" srcOrd="10" destOrd="0" presId="urn:microsoft.com/office/officeart/2005/8/layout/orgChart1"/>
    <dgm:cxn modelId="{AC1CC474-984D-4970-A1CF-0EEB81FB166E}" type="presParOf" srcId="{A682F1D1-BA1F-49F8-B806-B6884B1CCFCF}" destId="{07F0BC25-92BB-4553-888A-0DB86314511B}" srcOrd="11" destOrd="0" presId="urn:microsoft.com/office/officeart/2005/8/layout/orgChart1"/>
    <dgm:cxn modelId="{3C6B30E1-52F4-4CCE-9C89-DAC7F09069AF}" type="presParOf" srcId="{07F0BC25-92BB-4553-888A-0DB86314511B}" destId="{3FD2CFBF-E612-4788-8C8F-25BB224CDE59}" srcOrd="0" destOrd="0" presId="urn:microsoft.com/office/officeart/2005/8/layout/orgChart1"/>
    <dgm:cxn modelId="{AB73682F-D3D6-46CA-8334-1400FD9AA975}" type="presParOf" srcId="{3FD2CFBF-E612-4788-8C8F-25BB224CDE59}" destId="{B1CECBE4-D057-4B7B-BB5A-50A9AD55BDD8}" srcOrd="0" destOrd="0" presId="urn:microsoft.com/office/officeart/2005/8/layout/orgChart1"/>
    <dgm:cxn modelId="{F7BD5BFA-EC7E-4E50-98E0-03DAFFA42ED0}" type="presParOf" srcId="{3FD2CFBF-E612-4788-8C8F-25BB224CDE59}" destId="{AEACB6C7-5EBB-4E3A-A6A9-8E50C867B2C8}" srcOrd="1" destOrd="0" presId="urn:microsoft.com/office/officeart/2005/8/layout/orgChart1"/>
    <dgm:cxn modelId="{191C9A6F-0308-4DCE-9077-18E2B26AB82B}" type="presParOf" srcId="{07F0BC25-92BB-4553-888A-0DB86314511B}" destId="{E3085E22-C96D-4CA9-A37C-19F4415318A2}" srcOrd="1" destOrd="0" presId="urn:microsoft.com/office/officeart/2005/8/layout/orgChart1"/>
    <dgm:cxn modelId="{5B374298-7414-48FE-84B1-00B5866F5C6D}" type="presParOf" srcId="{07F0BC25-92BB-4553-888A-0DB86314511B}" destId="{A99C1023-27B5-4827-A0C8-A30AF22D0B50}" srcOrd="2" destOrd="0" presId="urn:microsoft.com/office/officeart/2005/8/layout/orgChart1"/>
    <dgm:cxn modelId="{2F711C3D-5954-4E70-A405-7DEBAB3AD28A}" type="presParOf" srcId="{A682F1D1-BA1F-49F8-B806-B6884B1CCFCF}" destId="{C8947E06-ED8B-42A7-AB5C-9E6F73A3B1F9}" srcOrd="12" destOrd="0" presId="urn:microsoft.com/office/officeart/2005/8/layout/orgChart1"/>
    <dgm:cxn modelId="{606746C9-A37A-4EC0-93FB-162F7AEDB270}" type="presParOf" srcId="{A682F1D1-BA1F-49F8-B806-B6884B1CCFCF}" destId="{077570E5-B687-42B4-87DD-33E0C55339D8}" srcOrd="13" destOrd="0" presId="urn:microsoft.com/office/officeart/2005/8/layout/orgChart1"/>
    <dgm:cxn modelId="{82D385B0-C8A6-4149-B46F-6D4935C21C40}" type="presParOf" srcId="{077570E5-B687-42B4-87DD-33E0C55339D8}" destId="{A8DC33CA-2BEF-4CC6-818F-7F4103582CE3}" srcOrd="0" destOrd="0" presId="urn:microsoft.com/office/officeart/2005/8/layout/orgChart1"/>
    <dgm:cxn modelId="{184E9EEE-4B0B-4E69-A8E7-755AD1E1036B}" type="presParOf" srcId="{A8DC33CA-2BEF-4CC6-818F-7F4103582CE3}" destId="{2285D8E8-7B49-4CA1-8B08-AF0B180998CF}" srcOrd="0" destOrd="0" presId="urn:microsoft.com/office/officeart/2005/8/layout/orgChart1"/>
    <dgm:cxn modelId="{E2502990-E64A-4A28-832C-5C062785B583}" type="presParOf" srcId="{A8DC33CA-2BEF-4CC6-818F-7F4103582CE3}" destId="{21E1EDE2-6E09-4E9C-83B2-AC819B527972}" srcOrd="1" destOrd="0" presId="urn:microsoft.com/office/officeart/2005/8/layout/orgChart1"/>
    <dgm:cxn modelId="{782E575A-3291-469B-8DDA-132F8E0C9E26}" type="presParOf" srcId="{077570E5-B687-42B4-87DD-33E0C55339D8}" destId="{BAF1DB2D-B8A5-4024-8EF0-C9A97FA00F79}" srcOrd="1" destOrd="0" presId="urn:microsoft.com/office/officeart/2005/8/layout/orgChart1"/>
    <dgm:cxn modelId="{FFE68319-119B-4EA8-9E74-21B992D63FF0}" type="presParOf" srcId="{077570E5-B687-42B4-87DD-33E0C55339D8}" destId="{F681B333-8C2F-4056-A182-7698CFAF479A}" srcOrd="2" destOrd="0" presId="urn:microsoft.com/office/officeart/2005/8/layout/orgChart1"/>
    <dgm:cxn modelId="{D8A4EFC2-64FB-4D55-91B8-FAE40797692C}" type="presParOf" srcId="{A682F1D1-BA1F-49F8-B806-B6884B1CCFCF}" destId="{79FD8245-0315-4BC0-A4EC-E488AAD86C98}" srcOrd="14" destOrd="0" presId="urn:microsoft.com/office/officeart/2005/8/layout/orgChart1"/>
    <dgm:cxn modelId="{7B940AEC-AD7A-407B-AD28-26CB418EA73E}" type="presParOf" srcId="{A682F1D1-BA1F-49F8-B806-B6884B1CCFCF}" destId="{D492B3BF-97E7-4E22-BCFD-64FD2BA03B31}" srcOrd="15" destOrd="0" presId="urn:microsoft.com/office/officeart/2005/8/layout/orgChart1"/>
    <dgm:cxn modelId="{52D96072-805F-47F4-99DC-9001DD63271C}" type="presParOf" srcId="{D492B3BF-97E7-4E22-BCFD-64FD2BA03B31}" destId="{D0249C0C-7F82-481A-A2E4-A771636C114A}" srcOrd="0" destOrd="0" presId="urn:microsoft.com/office/officeart/2005/8/layout/orgChart1"/>
    <dgm:cxn modelId="{7AF10069-6F73-40E3-94A2-416D949BC520}" type="presParOf" srcId="{D0249C0C-7F82-481A-A2E4-A771636C114A}" destId="{E5541974-5231-4771-8115-E7C6C3114E23}" srcOrd="0" destOrd="0" presId="urn:microsoft.com/office/officeart/2005/8/layout/orgChart1"/>
    <dgm:cxn modelId="{E6826AA4-9A1F-4088-988B-86AD580D9EF6}" type="presParOf" srcId="{D0249C0C-7F82-481A-A2E4-A771636C114A}" destId="{3809AA1C-4559-4324-A126-D8CC84C84DDD}" srcOrd="1" destOrd="0" presId="urn:microsoft.com/office/officeart/2005/8/layout/orgChart1"/>
    <dgm:cxn modelId="{FDBEA483-8500-4923-A32F-355909196914}" type="presParOf" srcId="{D492B3BF-97E7-4E22-BCFD-64FD2BA03B31}" destId="{C23F66A1-EA1F-488D-A16F-86815A059DAC}" srcOrd="1" destOrd="0" presId="urn:microsoft.com/office/officeart/2005/8/layout/orgChart1"/>
    <dgm:cxn modelId="{E2D6E2CD-B040-43AA-A9CF-E13E59EB37C1}" type="presParOf" srcId="{D492B3BF-97E7-4E22-BCFD-64FD2BA03B31}" destId="{38C2068B-B717-4993-8D49-B2264A786BF9}" srcOrd="2" destOrd="0" presId="urn:microsoft.com/office/officeart/2005/8/layout/orgChart1"/>
    <dgm:cxn modelId="{A988FA04-1882-4C83-A187-A88DBBC13AEC}" type="presParOf" srcId="{A682F1D1-BA1F-49F8-B806-B6884B1CCFCF}" destId="{C4108FAE-9773-4BAF-BA1E-2224369A8EB9}" srcOrd="16" destOrd="0" presId="urn:microsoft.com/office/officeart/2005/8/layout/orgChart1"/>
    <dgm:cxn modelId="{ACCF32BD-F40A-46CE-AFDA-278D0D4F4A82}" type="presParOf" srcId="{A682F1D1-BA1F-49F8-B806-B6884B1CCFCF}" destId="{229A1B6A-B847-4677-AFC4-795E8EB537A5}" srcOrd="17" destOrd="0" presId="urn:microsoft.com/office/officeart/2005/8/layout/orgChart1"/>
    <dgm:cxn modelId="{6D6FF056-0BC1-429E-97B0-743DF7DEAD8E}" type="presParOf" srcId="{229A1B6A-B847-4677-AFC4-795E8EB537A5}" destId="{85AE4CC2-00F5-4422-9725-198BD4272617}" srcOrd="0" destOrd="0" presId="urn:microsoft.com/office/officeart/2005/8/layout/orgChart1"/>
    <dgm:cxn modelId="{CAED4054-35CE-4527-8407-64593A1EBC49}" type="presParOf" srcId="{85AE4CC2-00F5-4422-9725-198BD4272617}" destId="{B6B940DC-76C7-4CD4-ABE4-8F2372F4C6D4}" srcOrd="0" destOrd="0" presId="urn:microsoft.com/office/officeart/2005/8/layout/orgChart1"/>
    <dgm:cxn modelId="{4A87E433-04BA-4633-B4A4-CA6FC1F7AB2C}" type="presParOf" srcId="{85AE4CC2-00F5-4422-9725-198BD4272617}" destId="{DDA99997-33DE-4160-9A93-C886DA41E592}" srcOrd="1" destOrd="0" presId="urn:microsoft.com/office/officeart/2005/8/layout/orgChart1"/>
    <dgm:cxn modelId="{6DBB16A2-2968-4456-A1D3-3A567111EA12}" type="presParOf" srcId="{229A1B6A-B847-4677-AFC4-795E8EB537A5}" destId="{713CF4AE-1609-4EFB-919E-B647BE0C69D7}" srcOrd="1" destOrd="0" presId="urn:microsoft.com/office/officeart/2005/8/layout/orgChart1"/>
    <dgm:cxn modelId="{43F8A3DE-32E5-4039-9C26-391CD9206648}" type="presParOf" srcId="{229A1B6A-B847-4677-AFC4-795E8EB537A5}" destId="{0B2BCAD9-A91C-40C3-9535-43582F292A42}" srcOrd="2" destOrd="0" presId="urn:microsoft.com/office/officeart/2005/8/layout/orgChart1"/>
    <dgm:cxn modelId="{3671D0AD-B824-4DD4-8B82-1D7E1F85FFD4}" type="presParOf" srcId="{5D8987A1-243F-41FB-A934-0205B01860EA}" destId="{6240C766-53AD-4402-A966-D2527231C9DD}" srcOrd="2" destOrd="0" presId="urn:microsoft.com/office/officeart/2005/8/layout/orgChart1"/>
    <dgm:cxn modelId="{98E17720-97A3-4B08-9010-276B293B6E7D}" type="presParOf" srcId="{7EF5B4B9-1CB0-45E9-A365-C1AF78B4B379}" destId="{CBEE6E80-1634-478B-8E73-F4061F70E596}" srcOrd="2" destOrd="0" presId="urn:microsoft.com/office/officeart/2005/8/layout/orgChart1"/>
    <dgm:cxn modelId="{E53BF215-CFE8-47F9-9C27-A21E75F9645A}" type="presParOf" srcId="{7EF5B4B9-1CB0-45E9-A365-C1AF78B4B379}" destId="{CEEFB0DD-8399-4738-AF59-A8C3EDD8D917}" srcOrd="3" destOrd="0" presId="urn:microsoft.com/office/officeart/2005/8/layout/orgChart1"/>
    <dgm:cxn modelId="{E1E6141E-7788-4A29-99A1-1512500BEF81}" type="presParOf" srcId="{CEEFB0DD-8399-4738-AF59-A8C3EDD8D917}" destId="{0CFF1779-1E4D-473B-9B60-1A1336DE4D0D}" srcOrd="0" destOrd="0" presId="urn:microsoft.com/office/officeart/2005/8/layout/orgChart1"/>
    <dgm:cxn modelId="{3A9DC1CA-7351-479B-8435-473DB537D091}" type="presParOf" srcId="{0CFF1779-1E4D-473B-9B60-1A1336DE4D0D}" destId="{379ACE82-AD9B-4B83-A1B6-ED847D5FF660}" srcOrd="0" destOrd="0" presId="urn:microsoft.com/office/officeart/2005/8/layout/orgChart1"/>
    <dgm:cxn modelId="{1EB6CCCB-3571-4D7C-8303-9F32C68F44CB}" type="presParOf" srcId="{0CFF1779-1E4D-473B-9B60-1A1336DE4D0D}" destId="{7A22BE9B-A482-4D13-B2A6-D4538ECFB466}" srcOrd="1" destOrd="0" presId="urn:microsoft.com/office/officeart/2005/8/layout/orgChart1"/>
    <dgm:cxn modelId="{2190F3A3-1E53-4835-B48A-B06DC7314913}" type="presParOf" srcId="{CEEFB0DD-8399-4738-AF59-A8C3EDD8D917}" destId="{75EA3D39-8278-4292-805E-23DE8686A6F9}" srcOrd="1" destOrd="0" presId="urn:microsoft.com/office/officeart/2005/8/layout/orgChart1"/>
    <dgm:cxn modelId="{328AA08C-AB15-464C-BB05-E838C0F084A2}" type="presParOf" srcId="{75EA3D39-8278-4292-805E-23DE8686A6F9}" destId="{768ADB2C-D5B7-4E49-B58A-38BC0B766AF8}" srcOrd="0" destOrd="0" presId="urn:microsoft.com/office/officeart/2005/8/layout/orgChart1"/>
    <dgm:cxn modelId="{00668C26-1246-4708-94DF-35D513535460}" type="presParOf" srcId="{75EA3D39-8278-4292-805E-23DE8686A6F9}" destId="{B06EC5B0-7C9F-430F-B40F-95004841B2FC}" srcOrd="1" destOrd="0" presId="urn:microsoft.com/office/officeart/2005/8/layout/orgChart1"/>
    <dgm:cxn modelId="{CFEC144B-97E7-429B-AD46-D0F0E7E582D9}" type="presParOf" srcId="{B06EC5B0-7C9F-430F-B40F-95004841B2FC}" destId="{E4D31A23-EFD9-4EA9-A62F-E96405D8EEA5}" srcOrd="0" destOrd="0" presId="urn:microsoft.com/office/officeart/2005/8/layout/orgChart1"/>
    <dgm:cxn modelId="{9BEC86D6-0008-4362-81E2-DB3C92D8CD32}" type="presParOf" srcId="{E4D31A23-EFD9-4EA9-A62F-E96405D8EEA5}" destId="{11C0A949-1A33-4BCE-BAEE-0CB9B650C154}" srcOrd="0" destOrd="0" presId="urn:microsoft.com/office/officeart/2005/8/layout/orgChart1"/>
    <dgm:cxn modelId="{37FD8C83-E32D-459A-B656-BC6A1B95A4C2}" type="presParOf" srcId="{E4D31A23-EFD9-4EA9-A62F-E96405D8EEA5}" destId="{2022E907-139E-4301-B151-7FAC2D002768}" srcOrd="1" destOrd="0" presId="urn:microsoft.com/office/officeart/2005/8/layout/orgChart1"/>
    <dgm:cxn modelId="{A9C4F9EB-692B-469E-941F-5B76291C126A}" type="presParOf" srcId="{B06EC5B0-7C9F-430F-B40F-95004841B2FC}" destId="{ECD02CF6-66B2-478D-8D10-1C3E180B36AC}" srcOrd="1" destOrd="0" presId="urn:microsoft.com/office/officeart/2005/8/layout/orgChart1"/>
    <dgm:cxn modelId="{B80893B8-CE8A-4118-98B3-5728376E0D08}" type="presParOf" srcId="{B06EC5B0-7C9F-430F-B40F-95004841B2FC}" destId="{5909EBEB-8BAB-4D96-8234-DD2D7FA9515F}" srcOrd="2" destOrd="0" presId="urn:microsoft.com/office/officeart/2005/8/layout/orgChart1"/>
    <dgm:cxn modelId="{2C553DD9-0B2B-4447-9B60-CF3F7CEB38B5}" type="presParOf" srcId="{75EA3D39-8278-4292-805E-23DE8686A6F9}" destId="{023E2474-C9DE-4DE3-B452-4B6432A6D9BE}" srcOrd="2" destOrd="0" presId="urn:microsoft.com/office/officeart/2005/8/layout/orgChart1"/>
    <dgm:cxn modelId="{B9E23B41-227E-45EA-B833-2ECCC3DB0730}" type="presParOf" srcId="{75EA3D39-8278-4292-805E-23DE8686A6F9}" destId="{14DC721E-3ABC-4863-A964-20B43D31268A}" srcOrd="3" destOrd="0" presId="urn:microsoft.com/office/officeart/2005/8/layout/orgChart1"/>
    <dgm:cxn modelId="{BCBF6B02-78AB-4CC3-AA0E-A93C7D524AD6}" type="presParOf" srcId="{14DC721E-3ABC-4863-A964-20B43D31268A}" destId="{2F4B2E48-76DB-46D5-8E8A-41BA84E1CC05}" srcOrd="0" destOrd="0" presId="urn:microsoft.com/office/officeart/2005/8/layout/orgChart1"/>
    <dgm:cxn modelId="{6E347BC9-86DD-40C5-932D-EBE2D820A502}" type="presParOf" srcId="{2F4B2E48-76DB-46D5-8E8A-41BA84E1CC05}" destId="{E89B09C9-3638-413A-BD2A-ED7F9B980F7C}" srcOrd="0" destOrd="0" presId="urn:microsoft.com/office/officeart/2005/8/layout/orgChart1"/>
    <dgm:cxn modelId="{5D68C210-BBC6-4E96-8FCC-18AC77D66505}" type="presParOf" srcId="{2F4B2E48-76DB-46D5-8E8A-41BA84E1CC05}" destId="{6C4AAF47-9C51-4DE7-BCA3-1908ED813F91}" srcOrd="1" destOrd="0" presId="urn:microsoft.com/office/officeart/2005/8/layout/orgChart1"/>
    <dgm:cxn modelId="{FD9A0CBC-BEEC-4A6E-8B3B-2AA47C42EF2E}" type="presParOf" srcId="{14DC721E-3ABC-4863-A964-20B43D31268A}" destId="{AC8A91D8-A612-49B7-85BC-699EF92B02D5}" srcOrd="1" destOrd="0" presId="urn:microsoft.com/office/officeart/2005/8/layout/orgChart1"/>
    <dgm:cxn modelId="{7FDF8AC7-F27E-48E3-8F54-30F02A7A9380}" type="presParOf" srcId="{14DC721E-3ABC-4863-A964-20B43D31268A}" destId="{DB53E60F-6C5A-4903-8896-3E14510E402C}" srcOrd="2" destOrd="0" presId="urn:microsoft.com/office/officeart/2005/8/layout/orgChart1"/>
    <dgm:cxn modelId="{B440BE74-9AD5-4075-988B-FF6BCB35F16E}" type="presParOf" srcId="{75EA3D39-8278-4292-805E-23DE8686A6F9}" destId="{8FB26615-DC8D-4D02-9602-E4A5BBAF1115}" srcOrd="4" destOrd="0" presId="urn:microsoft.com/office/officeart/2005/8/layout/orgChart1"/>
    <dgm:cxn modelId="{E1CAB5D6-0047-4115-B83D-7F133BA5213E}" type="presParOf" srcId="{75EA3D39-8278-4292-805E-23DE8686A6F9}" destId="{8D40B5DA-D94A-4076-98DF-4354136BA844}" srcOrd="5" destOrd="0" presId="urn:microsoft.com/office/officeart/2005/8/layout/orgChart1"/>
    <dgm:cxn modelId="{DD5464A1-15FD-4367-B992-C8370B6CD290}" type="presParOf" srcId="{8D40B5DA-D94A-4076-98DF-4354136BA844}" destId="{8F9FC3B2-A278-40CB-A101-08A47362CF9F}" srcOrd="0" destOrd="0" presId="urn:microsoft.com/office/officeart/2005/8/layout/orgChart1"/>
    <dgm:cxn modelId="{60F902CD-ABC0-47CC-8988-89F8B5059900}" type="presParOf" srcId="{8F9FC3B2-A278-40CB-A101-08A47362CF9F}" destId="{A9F0A381-1406-43A5-B26A-24EA6284F534}" srcOrd="0" destOrd="0" presId="urn:microsoft.com/office/officeart/2005/8/layout/orgChart1"/>
    <dgm:cxn modelId="{F2F2E79F-C511-467A-95C3-C00A39AE9F82}" type="presParOf" srcId="{8F9FC3B2-A278-40CB-A101-08A47362CF9F}" destId="{DDC6E862-0162-4A4C-9426-8230D7A1D492}" srcOrd="1" destOrd="0" presId="urn:microsoft.com/office/officeart/2005/8/layout/orgChart1"/>
    <dgm:cxn modelId="{D9B9E80D-B11C-4FB4-811C-F87265957A65}" type="presParOf" srcId="{8D40B5DA-D94A-4076-98DF-4354136BA844}" destId="{DF3DEF31-F26D-4FD9-BFC0-D57ACAC449A3}" srcOrd="1" destOrd="0" presId="urn:microsoft.com/office/officeart/2005/8/layout/orgChart1"/>
    <dgm:cxn modelId="{EF81E707-783B-4BED-8EFD-70AB8629DBFC}" type="presParOf" srcId="{8D40B5DA-D94A-4076-98DF-4354136BA844}" destId="{FFB6CA31-6FFD-4257-B7AE-73E36D467B56}" srcOrd="2" destOrd="0" presId="urn:microsoft.com/office/officeart/2005/8/layout/orgChart1"/>
    <dgm:cxn modelId="{C8F355AD-1AD2-447F-A245-F9DEC014C05D}" type="presParOf" srcId="{75EA3D39-8278-4292-805E-23DE8686A6F9}" destId="{5C74203D-74AC-4132-9E30-98AE2EA0222F}" srcOrd="6" destOrd="0" presId="urn:microsoft.com/office/officeart/2005/8/layout/orgChart1"/>
    <dgm:cxn modelId="{3DCAD15D-64E3-48DE-83A5-CAC31DD1DE62}" type="presParOf" srcId="{75EA3D39-8278-4292-805E-23DE8686A6F9}" destId="{3182E0E4-0D31-4FCA-B4FE-0F9D65F14826}" srcOrd="7" destOrd="0" presId="urn:microsoft.com/office/officeart/2005/8/layout/orgChart1"/>
    <dgm:cxn modelId="{BA9D17DA-54F8-4280-A5B2-AA9B8D03913F}" type="presParOf" srcId="{3182E0E4-0D31-4FCA-B4FE-0F9D65F14826}" destId="{DA2B75CC-EE2B-45FF-8D1D-500BCA312BF8}" srcOrd="0" destOrd="0" presId="urn:microsoft.com/office/officeart/2005/8/layout/orgChart1"/>
    <dgm:cxn modelId="{C0B59BF6-84D9-4901-97B1-9D93101D61DA}" type="presParOf" srcId="{DA2B75CC-EE2B-45FF-8D1D-500BCA312BF8}" destId="{E6F79DC1-F8D4-424A-94B3-A0A90D1CABA2}" srcOrd="0" destOrd="0" presId="urn:microsoft.com/office/officeart/2005/8/layout/orgChart1"/>
    <dgm:cxn modelId="{B019353A-E202-4510-B137-E78664427C85}" type="presParOf" srcId="{DA2B75CC-EE2B-45FF-8D1D-500BCA312BF8}" destId="{BA7FC095-27FC-4087-AC29-3D53A3E4C847}" srcOrd="1" destOrd="0" presId="urn:microsoft.com/office/officeart/2005/8/layout/orgChart1"/>
    <dgm:cxn modelId="{735EB4B8-FCDF-4580-87BC-A9A54F948958}" type="presParOf" srcId="{3182E0E4-0D31-4FCA-B4FE-0F9D65F14826}" destId="{111C9B27-37F9-4377-B6B3-967607A58D0F}" srcOrd="1" destOrd="0" presId="urn:microsoft.com/office/officeart/2005/8/layout/orgChart1"/>
    <dgm:cxn modelId="{D181684E-9F11-4C65-82E8-6F57EC0D5124}" type="presParOf" srcId="{3182E0E4-0D31-4FCA-B4FE-0F9D65F14826}" destId="{FCA0A1BE-ED71-428E-8E06-66E57D4E2FAB}" srcOrd="2" destOrd="0" presId="urn:microsoft.com/office/officeart/2005/8/layout/orgChart1"/>
    <dgm:cxn modelId="{0DBF102A-D03A-4629-A5D6-3B13539BB44F}" type="presParOf" srcId="{75EA3D39-8278-4292-805E-23DE8686A6F9}" destId="{C2F62F21-12FB-48CD-BC87-35685A965174}" srcOrd="8" destOrd="0" presId="urn:microsoft.com/office/officeart/2005/8/layout/orgChart1"/>
    <dgm:cxn modelId="{428199B5-4279-44AC-8E26-E5FBC6C49475}" type="presParOf" srcId="{75EA3D39-8278-4292-805E-23DE8686A6F9}" destId="{3B84A1F6-D15B-485A-96CC-8535A7EA679F}" srcOrd="9" destOrd="0" presId="urn:microsoft.com/office/officeart/2005/8/layout/orgChart1"/>
    <dgm:cxn modelId="{79D87151-CB25-4CC1-BE27-40FB25DA9157}" type="presParOf" srcId="{3B84A1F6-D15B-485A-96CC-8535A7EA679F}" destId="{4B7867CA-77B9-472F-914E-A0A02FE057F1}" srcOrd="0" destOrd="0" presId="urn:microsoft.com/office/officeart/2005/8/layout/orgChart1"/>
    <dgm:cxn modelId="{C75D635B-C0D3-4104-879A-DF87884682F4}" type="presParOf" srcId="{4B7867CA-77B9-472F-914E-A0A02FE057F1}" destId="{1D90A722-FFB1-4439-B454-C5B4D66410ED}" srcOrd="0" destOrd="0" presId="urn:microsoft.com/office/officeart/2005/8/layout/orgChart1"/>
    <dgm:cxn modelId="{7EFB1313-14EA-4825-8860-82D5EDABBDF2}" type="presParOf" srcId="{4B7867CA-77B9-472F-914E-A0A02FE057F1}" destId="{015EFCFA-FECF-4472-B735-78F90545CE6D}" srcOrd="1" destOrd="0" presId="urn:microsoft.com/office/officeart/2005/8/layout/orgChart1"/>
    <dgm:cxn modelId="{06489690-6CDF-4F55-B1EA-17C847BBD1C0}" type="presParOf" srcId="{3B84A1F6-D15B-485A-96CC-8535A7EA679F}" destId="{F5296150-EE66-4591-B7C5-78A3A0894DFB}" srcOrd="1" destOrd="0" presId="urn:microsoft.com/office/officeart/2005/8/layout/orgChart1"/>
    <dgm:cxn modelId="{49040F2E-5746-4B52-907A-6FE82822EA24}" type="presParOf" srcId="{3B84A1F6-D15B-485A-96CC-8535A7EA679F}" destId="{823471C0-C610-4212-A65E-39DA592481BB}" srcOrd="2" destOrd="0" presId="urn:microsoft.com/office/officeart/2005/8/layout/orgChart1"/>
    <dgm:cxn modelId="{52F23957-5C4C-454B-A123-0170F4E1355B}" type="presParOf" srcId="{75EA3D39-8278-4292-805E-23DE8686A6F9}" destId="{3314F525-8C52-44C0-AE7E-D3F8171AFC49}" srcOrd="10" destOrd="0" presId="urn:microsoft.com/office/officeart/2005/8/layout/orgChart1"/>
    <dgm:cxn modelId="{7187822E-F984-42EA-B0CD-ABEB99B62C57}" type="presParOf" srcId="{75EA3D39-8278-4292-805E-23DE8686A6F9}" destId="{9FBD266D-9EF6-4F7C-BFD4-DB879BF893BC}" srcOrd="11" destOrd="0" presId="urn:microsoft.com/office/officeart/2005/8/layout/orgChart1"/>
    <dgm:cxn modelId="{C1B1E9B2-EEF4-459E-B786-EE82FFD1CF5B}" type="presParOf" srcId="{9FBD266D-9EF6-4F7C-BFD4-DB879BF893BC}" destId="{FB41F666-AC78-4F43-B13B-ED15D5F9EA57}" srcOrd="0" destOrd="0" presId="urn:microsoft.com/office/officeart/2005/8/layout/orgChart1"/>
    <dgm:cxn modelId="{73BF9366-AA9A-4C01-9954-CF6E1BE4C20A}" type="presParOf" srcId="{FB41F666-AC78-4F43-B13B-ED15D5F9EA57}" destId="{A4840236-2E14-4267-81DE-FA2E6B0F8B9B}" srcOrd="0" destOrd="0" presId="urn:microsoft.com/office/officeart/2005/8/layout/orgChart1"/>
    <dgm:cxn modelId="{8528344A-A7AC-4B2D-9589-53C8FFFB573B}" type="presParOf" srcId="{FB41F666-AC78-4F43-B13B-ED15D5F9EA57}" destId="{25FBAFC6-2222-4977-9A55-0C7D9EAE2FD3}" srcOrd="1" destOrd="0" presId="urn:microsoft.com/office/officeart/2005/8/layout/orgChart1"/>
    <dgm:cxn modelId="{20D44F24-356E-4DBA-8F03-C7F25EC832CB}" type="presParOf" srcId="{9FBD266D-9EF6-4F7C-BFD4-DB879BF893BC}" destId="{ABF5D308-981E-491D-B4D0-DE660736E2FC}" srcOrd="1" destOrd="0" presId="urn:microsoft.com/office/officeart/2005/8/layout/orgChart1"/>
    <dgm:cxn modelId="{38A6F887-6D36-464C-99CE-A3D00695A605}" type="presParOf" srcId="{9FBD266D-9EF6-4F7C-BFD4-DB879BF893BC}" destId="{187CCAF7-84D5-4A1C-95DA-A62AD06B2E22}" srcOrd="2" destOrd="0" presId="urn:microsoft.com/office/officeart/2005/8/layout/orgChart1"/>
    <dgm:cxn modelId="{DE4DC4ED-F53A-4163-B3E5-2B50F0E317EF}" type="presParOf" srcId="{75EA3D39-8278-4292-805E-23DE8686A6F9}" destId="{43AF2A2E-ABDD-4FA4-A84B-992414E3C0B2}" srcOrd="12" destOrd="0" presId="urn:microsoft.com/office/officeart/2005/8/layout/orgChart1"/>
    <dgm:cxn modelId="{2DF1745B-3E62-4D48-8F74-9226AD859BCE}" type="presParOf" srcId="{75EA3D39-8278-4292-805E-23DE8686A6F9}" destId="{F10A5018-DB86-43E8-B959-21E43720A0A2}" srcOrd="13" destOrd="0" presId="urn:microsoft.com/office/officeart/2005/8/layout/orgChart1"/>
    <dgm:cxn modelId="{7B6A76DE-566A-4241-BBF7-EA800CDB0303}" type="presParOf" srcId="{F10A5018-DB86-43E8-B959-21E43720A0A2}" destId="{2154491E-B17F-4FD4-B38A-47F72FB5DD77}" srcOrd="0" destOrd="0" presId="urn:microsoft.com/office/officeart/2005/8/layout/orgChart1"/>
    <dgm:cxn modelId="{1340CFB6-4C4B-4988-894D-3860876D83FC}" type="presParOf" srcId="{2154491E-B17F-4FD4-B38A-47F72FB5DD77}" destId="{38C0921C-2462-44F8-A4EE-557F0C7ABB15}" srcOrd="0" destOrd="0" presId="urn:microsoft.com/office/officeart/2005/8/layout/orgChart1"/>
    <dgm:cxn modelId="{5EE38EB8-FC52-4EC1-B8AA-D4A5F53D8173}" type="presParOf" srcId="{2154491E-B17F-4FD4-B38A-47F72FB5DD77}" destId="{4B775DAF-4EF8-4C61-8E27-02AC97B6BF63}" srcOrd="1" destOrd="0" presId="urn:microsoft.com/office/officeart/2005/8/layout/orgChart1"/>
    <dgm:cxn modelId="{B09ADC8F-5DC0-48E7-A578-3F49D00E7FDF}" type="presParOf" srcId="{F10A5018-DB86-43E8-B959-21E43720A0A2}" destId="{A38A75D5-AF2F-4CF5-99D0-74520FBDAA76}" srcOrd="1" destOrd="0" presId="urn:microsoft.com/office/officeart/2005/8/layout/orgChart1"/>
    <dgm:cxn modelId="{E50D33FE-82A3-4467-8D93-05FA802BC2D0}" type="presParOf" srcId="{F10A5018-DB86-43E8-B959-21E43720A0A2}" destId="{E90B4BB0-8EFA-4B8D-9742-326AAA866105}" srcOrd="2" destOrd="0" presId="urn:microsoft.com/office/officeart/2005/8/layout/orgChart1"/>
    <dgm:cxn modelId="{8479A225-D928-42C6-9A4D-95662D0B66C3}" type="presParOf" srcId="{75EA3D39-8278-4292-805E-23DE8686A6F9}" destId="{84AA3D6B-22FE-493B-A7E2-5402B66747E6}" srcOrd="14" destOrd="0" presId="urn:microsoft.com/office/officeart/2005/8/layout/orgChart1"/>
    <dgm:cxn modelId="{9B1EEEDE-C669-4270-9C72-E7581B08353B}" type="presParOf" srcId="{75EA3D39-8278-4292-805E-23DE8686A6F9}" destId="{43C13699-4C9A-4EE5-884C-76E8B02A5B15}" srcOrd="15" destOrd="0" presId="urn:microsoft.com/office/officeart/2005/8/layout/orgChart1"/>
    <dgm:cxn modelId="{486FF4E1-D287-4F03-8CF2-EDF9E6205939}" type="presParOf" srcId="{43C13699-4C9A-4EE5-884C-76E8B02A5B15}" destId="{12003830-4CC7-40AA-B63E-C4DCC3B44013}" srcOrd="0" destOrd="0" presId="urn:microsoft.com/office/officeart/2005/8/layout/orgChart1"/>
    <dgm:cxn modelId="{CB5ED1F1-A652-41D7-A1D2-732CF8643069}" type="presParOf" srcId="{12003830-4CC7-40AA-B63E-C4DCC3B44013}" destId="{D59F3667-76FF-4800-86DB-E5DD8237B6F7}" srcOrd="0" destOrd="0" presId="urn:microsoft.com/office/officeart/2005/8/layout/orgChart1"/>
    <dgm:cxn modelId="{65C6418C-69FC-43C2-B54E-0F75F143CCC7}" type="presParOf" srcId="{12003830-4CC7-40AA-B63E-C4DCC3B44013}" destId="{C1937231-A1AD-4A77-A54A-B98EC6440836}" srcOrd="1" destOrd="0" presId="urn:microsoft.com/office/officeart/2005/8/layout/orgChart1"/>
    <dgm:cxn modelId="{8891632C-06BD-475B-8F1D-0F0015013C5F}" type="presParOf" srcId="{43C13699-4C9A-4EE5-884C-76E8B02A5B15}" destId="{CFDC29AC-E396-4625-8CAA-99A7132996E9}" srcOrd="1" destOrd="0" presId="urn:microsoft.com/office/officeart/2005/8/layout/orgChart1"/>
    <dgm:cxn modelId="{CC49EF4C-0E99-43F1-BA84-F34CF0B872B0}" type="presParOf" srcId="{43C13699-4C9A-4EE5-884C-76E8B02A5B15}" destId="{2E45CE2F-E8D8-4E31-A575-7D7B2524E4E1}" srcOrd="2" destOrd="0" presId="urn:microsoft.com/office/officeart/2005/8/layout/orgChart1"/>
    <dgm:cxn modelId="{66F3CC9F-D9B3-4DAC-AC1D-414C6DE3AF77}" type="presParOf" srcId="{75EA3D39-8278-4292-805E-23DE8686A6F9}" destId="{5509A9D5-F4CF-46AB-8917-1D926D8D68B1}" srcOrd="16" destOrd="0" presId="urn:microsoft.com/office/officeart/2005/8/layout/orgChart1"/>
    <dgm:cxn modelId="{8DC52065-9478-4A17-A497-E727C9582120}" type="presParOf" srcId="{75EA3D39-8278-4292-805E-23DE8686A6F9}" destId="{46C8B969-5A78-4529-A8DB-B8AD693C6F2F}" srcOrd="17" destOrd="0" presId="urn:microsoft.com/office/officeart/2005/8/layout/orgChart1"/>
    <dgm:cxn modelId="{4D82507F-264C-4388-AA1A-E45A137D695C}" type="presParOf" srcId="{46C8B969-5A78-4529-A8DB-B8AD693C6F2F}" destId="{6023FC77-FACA-49F9-B195-5C65B2B75464}" srcOrd="0" destOrd="0" presId="urn:microsoft.com/office/officeart/2005/8/layout/orgChart1"/>
    <dgm:cxn modelId="{5FF81822-6171-4A7D-8C9F-A1B694BD3EE3}" type="presParOf" srcId="{6023FC77-FACA-49F9-B195-5C65B2B75464}" destId="{05182815-DD21-4CDE-8D7D-7D2A0CAA14D0}" srcOrd="0" destOrd="0" presId="urn:microsoft.com/office/officeart/2005/8/layout/orgChart1"/>
    <dgm:cxn modelId="{04F16AE1-341C-436D-9106-10AFE17C89F3}" type="presParOf" srcId="{6023FC77-FACA-49F9-B195-5C65B2B75464}" destId="{F3E55FDD-1F96-468F-AF55-E0B26EA0C203}" srcOrd="1" destOrd="0" presId="urn:microsoft.com/office/officeart/2005/8/layout/orgChart1"/>
    <dgm:cxn modelId="{AF5EF199-42BA-48B9-AE98-D86F63217FBD}" type="presParOf" srcId="{46C8B969-5A78-4529-A8DB-B8AD693C6F2F}" destId="{074575E9-F480-46BE-8FB5-A91C7EEEDBD8}" srcOrd="1" destOrd="0" presId="urn:microsoft.com/office/officeart/2005/8/layout/orgChart1"/>
    <dgm:cxn modelId="{23BD5E41-C37D-4D54-8778-8A854C321241}" type="presParOf" srcId="{46C8B969-5A78-4529-A8DB-B8AD693C6F2F}" destId="{30B3ED2B-B1E8-4E7A-BA5B-2854B21D526C}" srcOrd="2" destOrd="0" presId="urn:microsoft.com/office/officeart/2005/8/layout/orgChart1"/>
    <dgm:cxn modelId="{9725674C-BEEB-47EF-ABBF-D42CF5532FFE}" type="presParOf" srcId="{CEEFB0DD-8399-4738-AF59-A8C3EDD8D917}" destId="{4861B6FD-B308-4A19-B1F3-FD23B9B8CF5F}" srcOrd="2" destOrd="0" presId="urn:microsoft.com/office/officeart/2005/8/layout/orgChart1"/>
    <dgm:cxn modelId="{BBA6C934-9D38-4D6D-8FDA-10296B445120}" type="presParOf" srcId="{7EF5B4B9-1CB0-45E9-A365-C1AF78B4B379}" destId="{9D2C0558-7B51-43BA-A9E0-2F08D1CECD5A}" srcOrd="4" destOrd="0" presId="urn:microsoft.com/office/officeart/2005/8/layout/orgChart1"/>
    <dgm:cxn modelId="{82EA8A13-E181-410B-8F7C-B087B0BFA02A}" type="presParOf" srcId="{7EF5B4B9-1CB0-45E9-A365-C1AF78B4B379}" destId="{D26AE3F7-EA08-4810-BF76-0356B8A70F73}" srcOrd="5" destOrd="0" presId="urn:microsoft.com/office/officeart/2005/8/layout/orgChart1"/>
    <dgm:cxn modelId="{36404000-7466-4947-8F3F-DA898C71D118}" type="presParOf" srcId="{D26AE3F7-EA08-4810-BF76-0356B8A70F73}" destId="{6ACA1DBC-AD22-4C3D-AF26-5DF75826323B}" srcOrd="0" destOrd="0" presId="urn:microsoft.com/office/officeart/2005/8/layout/orgChart1"/>
    <dgm:cxn modelId="{25FC0DAE-206F-49BA-A197-6D71775584AA}" type="presParOf" srcId="{6ACA1DBC-AD22-4C3D-AF26-5DF75826323B}" destId="{1C5B4169-E55B-4E38-8DD0-666A1F5292C6}" srcOrd="0" destOrd="0" presId="urn:microsoft.com/office/officeart/2005/8/layout/orgChart1"/>
    <dgm:cxn modelId="{CA1D5AAD-6B68-454B-B39D-E7F2ABD74E88}" type="presParOf" srcId="{6ACA1DBC-AD22-4C3D-AF26-5DF75826323B}" destId="{D03D7747-7B3B-4ECA-A267-7029BF0DA73B}" srcOrd="1" destOrd="0" presId="urn:microsoft.com/office/officeart/2005/8/layout/orgChart1"/>
    <dgm:cxn modelId="{571300D3-4E46-4FBA-B7D7-80D3C1EDE5A1}" type="presParOf" srcId="{D26AE3F7-EA08-4810-BF76-0356B8A70F73}" destId="{5FAB13C3-484C-48F9-93F5-F6A1A6536125}" srcOrd="1" destOrd="0" presId="urn:microsoft.com/office/officeart/2005/8/layout/orgChart1"/>
    <dgm:cxn modelId="{130342FC-FD91-4BA2-A5B3-6AE603E8F9CB}" type="presParOf" srcId="{5FAB13C3-484C-48F9-93F5-F6A1A6536125}" destId="{4C2060C0-0324-4F59-B7A0-F78883001D12}" srcOrd="0" destOrd="0" presId="urn:microsoft.com/office/officeart/2005/8/layout/orgChart1"/>
    <dgm:cxn modelId="{19BDA3FE-EC4F-4BCC-8966-2E924EF13FF5}" type="presParOf" srcId="{5FAB13C3-484C-48F9-93F5-F6A1A6536125}" destId="{341E32AF-BC89-4A8C-91E4-B96130063F97}" srcOrd="1" destOrd="0" presId="urn:microsoft.com/office/officeart/2005/8/layout/orgChart1"/>
    <dgm:cxn modelId="{BEC63D49-1BCF-4FF5-8254-5B9577D32EA4}" type="presParOf" srcId="{341E32AF-BC89-4A8C-91E4-B96130063F97}" destId="{D13C70EF-EF66-48B2-BA74-B6BECDB70621}" srcOrd="0" destOrd="0" presId="urn:microsoft.com/office/officeart/2005/8/layout/orgChart1"/>
    <dgm:cxn modelId="{D6428511-3C40-49A3-A82A-9A5AF3996EA1}" type="presParOf" srcId="{D13C70EF-EF66-48B2-BA74-B6BECDB70621}" destId="{F3314EC3-326F-4443-9EFF-0970DE310CC1}" srcOrd="0" destOrd="0" presId="urn:microsoft.com/office/officeart/2005/8/layout/orgChart1"/>
    <dgm:cxn modelId="{F446B432-37FB-4043-9674-E345F33C684F}" type="presParOf" srcId="{D13C70EF-EF66-48B2-BA74-B6BECDB70621}" destId="{661FD1C9-F5CB-4918-95F3-A2ADE137C0B8}" srcOrd="1" destOrd="0" presId="urn:microsoft.com/office/officeart/2005/8/layout/orgChart1"/>
    <dgm:cxn modelId="{FFBF0C24-3E5C-4651-82A6-C337642A163B}" type="presParOf" srcId="{341E32AF-BC89-4A8C-91E4-B96130063F97}" destId="{3EE4B170-4D71-45CC-BD95-6D9815D00A11}" srcOrd="1" destOrd="0" presId="urn:microsoft.com/office/officeart/2005/8/layout/orgChart1"/>
    <dgm:cxn modelId="{5A11D99C-25CE-4676-80BB-B484AE76B640}" type="presParOf" srcId="{341E32AF-BC89-4A8C-91E4-B96130063F97}" destId="{5DD99D7F-598A-455E-9843-1D55D78B3E32}" srcOrd="2" destOrd="0" presId="urn:microsoft.com/office/officeart/2005/8/layout/orgChart1"/>
    <dgm:cxn modelId="{CB6BE562-8D5B-48A4-9819-6E43B3DB135E}" type="presParOf" srcId="{5FAB13C3-484C-48F9-93F5-F6A1A6536125}" destId="{4694F6F5-EAD2-4608-8353-2E1CC0DA8FD4}" srcOrd="2" destOrd="0" presId="urn:microsoft.com/office/officeart/2005/8/layout/orgChart1"/>
    <dgm:cxn modelId="{7B353BCE-A2DB-4AA9-841D-E77F50DEA5F6}" type="presParOf" srcId="{5FAB13C3-484C-48F9-93F5-F6A1A6536125}" destId="{F5F5DDED-D8D4-4D8F-B699-646FC160CAC0}" srcOrd="3" destOrd="0" presId="urn:microsoft.com/office/officeart/2005/8/layout/orgChart1"/>
    <dgm:cxn modelId="{97ACA970-8E82-4CB0-A399-7F0F84E8962F}" type="presParOf" srcId="{F5F5DDED-D8D4-4D8F-B699-646FC160CAC0}" destId="{7FFD0948-C823-491C-9DEF-CE42A93DACEE}" srcOrd="0" destOrd="0" presId="urn:microsoft.com/office/officeart/2005/8/layout/orgChart1"/>
    <dgm:cxn modelId="{40D3A13D-3D02-408C-98F5-2C1F4ED798DD}" type="presParOf" srcId="{7FFD0948-C823-491C-9DEF-CE42A93DACEE}" destId="{D6E80768-4950-4840-849A-F73F02DF7804}" srcOrd="0" destOrd="0" presId="urn:microsoft.com/office/officeart/2005/8/layout/orgChart1"/>
    <dgm:cxn modelId="{7E7A7AAA-A361-46BC-8CCB-8AD40DFF5343}" type="presParOf" srcId="{7FFD0948-C823-491C-9DEF-CE42A93DACEE}" destId="{D79836D8-29DA-4C40-9E32-982B44E1EA4D}" srcOrd="1" destOrd="0" presId="urn:microsoft.com/office/officeart/2005/8/layout/orgChart1"/>
    <dgm:cxn modelId="{561B7F53-508A-48A1-B942-475383087B9C}" type="presParOf" srcId="{F5F5DDED-D8D4-4D8F-B699-646FC160CAC0}" destId="{AEB8B366-8AAC-4DB6-ADED-FD30B89019F0}" srcOrd="1" destOrd="0" presId="urn:microsoft.com/office/officeart/2005/8/layout/orgChart1"/>
    <dgm:cxn modelId="{F703CE55-AE0C-45EF-898E-CB252F4B8ECD}" type="presParOf" srcId="{F5F5DDED-D8D4-4D8F-B699-646FC160CAC0}" destId="{956B2E6D-DF54-40B6-99FB-FBF52EE219DA}" srcOrd="2" destOrd="0" presId="urn:microsoft.com/office/officeart/2005/8/layout/orgChart1"/>
    <dgm:cxn modelId="{E41B69B4-4999-4010-A54D-05A6B1406603}" type="presParOf" srcId="{D26AE3F7-EA08-4810-BF76-0356B8A70F73}" destId="{C405A98C-72A4-4273-9786-A575E61D1BB0}" srcOrd="2" destOrd="0" presId="urn:microsoft.com/office/officeart/2005/8/layout/orgChart1"/>
    <dgm:cxn modelId="{47FA3BF1-D5E9-4D60-86D5-7EA10770F9A6}" type="presParOf" srcId="{7EF5B4B9-1CB0-45E9-A365-C1AF78B4B379}" destId="{17964DD0-F1F2-4823-A4EB-DC5428F71B18}" srcOrd="6" destOrd="0" presId="urn:microsoft.com/office/officeart/2005/8/layout/orgChart1"/>
    <dgm:cxn modelId="{050A25A8-9FD3-4402-8E7B-D11AE00EE04D}" type="presParOf" srcId="{7EF5B4B9-1CB0-45E9-A365-C1AF78B4B379}" destId="{82A72A20-520B-48C6-9A8F-4CAD3DC50300}" srcOrd="7" destOrd="0" presId="urn:microsoft.com/office/officeart/2005/8/layout/orgChart1"/>
    <dgm:cxn modelId="{36BFA14B-11F5-4E6C-9C6F-5D72DEBF5F3F}" type="presParOf" srcId="{82A72A20-520B-48C6-9A8F-4CAD3DC50300}" destId="{F2037545-C793-42C6-902D-555630078668}" srcOrd="0" destOrd="0" presId="urn:microsoft.com/office/officeart/2005/8/layout/orgChart1"/>
    <dgm:cxn modelId="{10E833C1-2F6B-484C-B6A1-2B9B074E4302}" type="presParOf" srcId="{F2037545-C793-42C6-902D-555630078668}" destId="{A906071C-3093-4726-B2B4-C8E51AA62F57}" srcOrd="0" destOrd="0" presId="urn:microsoft.com/office/officeart/2005/8/layout/orgChart1"/>
    <dgm:cxn modelId="{BCDC3686-5095-4AA9-9931-EC41CBD0C501}" type="presParOf" srcId="{F2037545-C793-42C6-902D-555630078668}" destId="{0DD4D3DB-2E3E-4A34-93F8-8ECA314F0385}" srcOrd="1" destOrd="0" presId="urn:microsoft.com/office/officeart/2005/8/layout/orgChart1"/>
    <dgm:cxn modelId="{C531346A-C354-4156-A693-4851F5F4D988}" type="presParOf" srcId="{82A72A20-520B-48C6-9A8F-4CAD3DC50300}" destId="{A45189E6-EF4C-4D08-BDED-BF41E473F8DF}" srcOrd="1" destOrd="0" presId="urn:microsoft.com/office/officeart/2005/8/layout/orgChart1"/>
    <dgm:cxn modelId="{4E2F3FD1-DFEB-45A6-B3C0-CA2796AB7357}" type="presParOf" srcId="{A45189E6-EF4C-4D08-BDED-BF41E473F8DF}" destId="{E328203C-6CAD-4FE6-AD5A-D0658C2F9F92}" srcOrd="0" destOrd="0" presId="urn:microsoft.com/office/officeart/2005/8/layout/orgChart1"/>
    <dgm:cxn modelId="{8E03F002-26A0-45A8-872F-126888E71AEC}" type="presParOf" srcId="{A45189E6-EF4C-4D08-BDED-BF41E473F8DF}" destId="{2B6CB5B0-BD94-44F8-9085-37CD2D043AFF}" srcOrd="1" destOrd="0" presId="urn:microsoft.com/office/officeart/2005/8/layout/orgChart1"/>
    <dgm:cxn modelId="{8BE17E99-F26F-4CC9-9254-CBEFA6521BAD}" type="presParOf" srcId="{2B6CB5B0-BD94-44F8-9085-37CD2D043AFF}" destId="{942CF2ED-BF9D-499C-B2EA-FA330D624EA9}" srcOrd="0" destOrd="0" presId="urn:microsoft.com/office/officeart/2005/8/layout/orgChart1"/>
    <dgm:cxn modelId="{B11CA45E-E3A4-467E-9F74-EFDA87E54F53}" type="presParOf" srcId="{942CF2ED-BF9D-499C-B2EA-FA330D624EA9}" destId="{5D0A7263-E74C-4EC0-9A7F-5B1CC05A4C1B}" srcOrd="0" destOrd="0" presId="urn:microsoft.com/office/officeart/2005/8/layout/orgChart1"/>
    <dgm:cxn modelId="{92F029C7-E27C-45DF-A2E3-4AE8F143AB9E}" type="presParOf" srcId="{942CF2ED-BF9D-499C-B2EA-FA330D624EA9}" destId="{85B70B54-3B0B-4C3C-B5D6-6DF2D35388D8}" srcOrd="1" destOrd="0" presId="urn:microsoft.com/office/officeart/2005/8/layout/orgChart1"/>
    <dgm:cxn modelId="{E80E6C84-A06A-4335-ABD1-F0ADC1536A19}" type="presParOf" srcId="{2B6CB5B0-BD94-44F8-9085-37CD2D043AFF}" destId="{BAD86538-0CAF-4730-99DB-B804DEE7C87F}" srcOrd="1" destOrd="0" presId="urn:microsoft.com/office/officeart/2005/8/layout/orgChart1"/>
    <dgm:cxn modelId="{DD5438D4-93A9-44D9-A762-0C37178AB4E2}" type="presParOf" srcId="{2B6CB5B0-BD94-44F8-9085-37CD2D043AFF}" destId="{3897A6E0-5913-480E-B7C3-274CCD0B4A34}" srcOrd="2" destOrd="0" presId="urn:microsoft.com/office/officeart/2005/8/layout/orgChart1"/>
    <dgm:cxn modelId="{0DD8CE8D-C251-4455-B04D-54D1495D4F5C}" type="presParOf" srcId="{A45189E6-EF4C-4D08-BDED-BF41E473F8DF}" destId="{48340CAC-4415-4381-89C0-954CB83CF925}" srcOrd="2" destOrd="0" presId="urn:microsoft.com/office/officeart/2005/8/layout/orgChart1"/>
    <dgm:cxn modelId="{FA7E2F35-733E-44FA-B6DA-0456E4BD6D34}" type="presParOf" srcId="{A45189E6-EF4C-4D08-BDED-BF41E473F8DF}" destId="{53968DEF-0FC4-4B32-BBF2-27BDEF951C03}" srcOrd="3" destOrd="0" presId="urn:microsoft.com/office/officeart/2005/8/layout/orgChart1"/>
    <dgm:cxn modelId="{501FCF99-451D-463C-BA44-80DF55CA4C44}" type="presParOf" srcId="{53968DEF-0FC4-4B32-BBF2-27BDEF951C03}" destId="{FF604BE5-E58A-44A2-9E06-51F781E9AA1B}" srcOrd="0" destOrd="0" presId="urn:microsoft.com/office/officeart/2005/8/layout/orgChart1"/>
    <dgm:cxn modelId="{F144101A-CEDF-4EE4-B0F6-C1A32E3AE44B}" type="presParOf" srcId="{FF604BE5-E58A-44A2-9E06-51F781E9AA1B}" destId="{A3D60181-401F-4A83-BB32-01F01E98637D}" srcOrd="0" destOrd="0" presId="urn:microsoft.com/office/officeart/2005/8/layout/orgChart1"/>
    <dgm:cxn modelId="{0EEB082F-F55E-4824-A4AB-C77759FCFAAD}" type="presParOf" srcId="{FF604BE5-E58A-44A2-9E06-51F781E9AA1B}" destId="{2718E099-CB96-4562-A206-BE5BFE546D4B}" srcOrd="1" destOrd="0" presId="urn:microsoft.com/office/officeart/2005/8/layout/orgChart1"/>
    <dgm:cxn modelId="{3C216DDB-F9BD-4733-89D4-F5F600ABBDC1}" type="presParOf" srcId="{53968DEF-0FC4-4B32-BBF2-27BDEF951C03}" destId="{E7A51822-E463-43EC-99FC-092AA2263C48}" srcOrd="1" destOrd="0" presId="urn:microsoft.com/office/officeart/2005/8/layout/orgChart1"/>
    <dgm:cxn modelId="{011E4C6B-9817-4FC7-9640-FA29B9212E16}" type="presParOf" srcId="{53968DEF-0FC4-4B32-BBF2-27BDEF951C03}" destId="{FA11E20F-88C5-4D96-9B19-AA26094DD54F}" srcOrd="2" destOrd="0" presId="urn:microsoft.com/office/officeart/2005/8/layout/orgChart1"/>
    <dgm:cxn modelId="{104F5013-66D6-46D3-A5DD-BEEEB442AE1C}" type="presParOf" srcId="{82A72A20-520B-48C6-9A8F-4CAD3DC50300}" destId="{61739BE9-57D2-47AA-B5AF-66171168D1ED}" srcOrd="2" destOrd="0" presId="urn:microsoft.com/office/officeart/2005/8/layout/orgChart1"/>
    <dgm:cxn modelId="{74B57660-C7A5-4E4D-8032-6FAD1140708B}" type="presParOf" srcId="{7EF5B4B9-1CB0-45E9-A365-C1AF78B4B379}" destId="{7FEAC0E0-7431-49D7-8410-1FEDDE5CBDFA}" srcOrd="8" destOrd="0" presId="urn:microsoft.com/office/officeart/2005/8/layout/orgChart1"/>
    <dgm:cxn modelId="{D079A95B-B8AD-4466-9A36-63995FF0F9EB}" type="presParOf" srcId="{7EF5B4B9-1CB0-45E9-A365-C1AF78B4B379}" destId="{A21AF58A-0CB8-4EEE-8305-1B5EC7361901}" srcOrd="9" destOrd="0" presId="urn:microsoft.com/office/officeart/2005/8/layout/orgChart1"/>
    <dgm:cxn modelId="{1ECDF059-AB6A-4BD1-8E1D-FB67CAA7B036}" type="presParOf" srcId="{A21AF58A-0CB8-4EEE-8305-1B5EC7361901}" destId="{2420B12E-B9D8-45E2-8696-5CFB768E059B}" srcOrd="0" destOrd="0" presId="urn:microsoft.com/office/officeart/2005/8/layout/orgChart1"/>
    <dgm:cxn modelId="{BF39A664-AE2A-4422-A125-4B19F87E53B4}" type="presParOf" srcId="{2420B12E-B9D8-45E2-8696-5CFB768E059B}" destId="{D34AD77B-5188-46AE-91D8-A9E6FF368972}" srcOrd="0" destOrd="0" presId="urn:microsoft.com/office/officeart/2005/8/layout/orgChart1"/>
    <dgm:cxn modelId="{8A01476A-E497-46E7-BDCD-F7CADC5790BC}" type="presParOf" srcId="{2420B12E-B9D8-45E2-8696-5CFB768E059B}" destId="{8F597210-C75E-4390-B8FE-5EC86620F038}" srcOrd="1" destOrd="0" presId="urn:microsoft.com/office/officeart/2005/8/layout/orgChart1"/>
    <dgm:cxn modelId="{375F5742-3F35-46FF-A712-73A8DA0871D5}" type="presParOf" srcId="{A21AF58A-0CB8-4EEE-8305-1B5EC7361901}" destId="{2804A394-F273-474F-8559-82D10216EF01}" srcOrd="1" destOrd="0" presId="urn:microsoft.com/office/officeart/2005/8/layout/orgChart1"/>
    <dgm:cxn modelId="{29B8FF3A-E197-43C5-AA51-10BADAF0CE10}" type="presParOf" srcId="{2804A394-F273-474F-8559-82D10216EF01}" destId="{3F3FBE2A-EE68-4454-AD41-7A5A99DEA1CA}" srcOrd="0" destOrd="0" presId="urn:microsoft.com/office/officeart/2005/8/layout/orgChart1"/>
    <dgm:cxn modelId="{B81F7C68-D0E1-49C0-A70A-C78C16D076C5}" type="presParOf" srcId="{2804A394-F273-474F-8559-82D10216EF01}" destId="{F3797C6F-F8D0-4748-9571-697FD517593B}" srcOrd="1" destOrd="0" presId="urn:microsoft.com/office/officeart/2005/8/layout/orgChart1"/>
    <dgm:cxn modelId="{DDF11094-24E8-4BEF-B53F-891340971A32}" type="presParOf" srcId="{F3797C6F-F8D0-4748-9571-697FD517593B}" destId="{2CF1A1AA-3F5C-4228-98C7-9E94D211F63F}" srcOrd="0" destOrd="0" presId="urn:microsoft.com/office/officeart/2005/8/layout/orgChart1"/>
    <dgm:cxn modelId="{9117542A-FFA0-4957-B63D-FCB8F26952B1}" type="presParOf" srcId="{2CF1A1AA-3F5C-4228-98C7-9E94D211F63F}" destId="{A9DB2A06-AE52-4F8B-AF29-285D4D9BD451}" srcOrd="0" destOrd="0" presId="urn:microsoft.com/office/officeart/2005/8/layout/orgChart1"/>
    <dgm:cxn modelId="{2A92B76E-C812-4395-9414-DFF32F3D7B57}" type="presParOf" srcId="{2CF1A1AA-3F5C-4228-98C7-9E94D211F63F}" destId="{A642997C-2772-4CF8-A510-3322D06C85C7}" srcOrd="1" destOrd="0" presId="urn:microsoft.com/office/officeart/2005/8/layout/orgChart1"/>
    <dgm:cxn modelId="{FAF819CA-421C-4F15-8261-F6F7FC573289}" type="presParOf" srcId="{F3797C6F-F8D0-4748-9571-697FD517593B}" destId="{494005D6-17C6-4D53-A579-78080A6F4A12}" srcOrd="1" destOrd="0" presId="urn:microsoft.com/office/officeart/2005/8/layout/orgChart1"/>
    <dgm:cxn modelId="{125CB863-54D4-4C92-991C-02B9848C28B1}" type="presParOf" srcId="{F3797C6F-F8D0-4748-9571-697FD517593B}" destId="{6F8C91FC-2752-4E77-B7A3-BAF7FC6D75BE}" srcOrd="2" destOrd="0" presId="urn:microsoft.com/office/officeart/2005/8/layout/orgChart1"/>
    <dgm:cxn modelId="{4BF76D10-4E6D-472B-8127-7EDC6B1B8694}" type="presParOf" srcId="{2804A394-F273-474F-8559-82D10216EF01}" destId="{81BFCAFF-D5EB-4028-8B60-0DF203604D2C}" srcOrd="2" destOrd="0" presId="urn:microsoft.com/office/officeart/2005/8/layout/orgChart1"/>
    <dgm:cxn modelId="{A185F40D-92F6-4770-80D5-F096C793D3C2}" type="presParOf" srcId="{2804A394-F273-474F-8559-82D10216EF01}" destId="{BD1DA20A-74C7-4765-918D-A5002DFBF266}" srcOrd="3" destOrd="0" presId="urn:microsoft.com/office/officeart/2005/8/layout/orgChart1"/>
    <dgm:cxn modelId="{C222E9CD-CADE-40D4-B24C-B908E16A2D5E}" type="presParOf" srcId="{BD1DA20A-74C7-4765-918D-A5002DFBF266}" destId="{0DBFDABC-8B9D-49ED-B203-9B7C088A49F3}" srcOrd="0" destOrd="0" presId="urn:microsoft.com/office/officeart/2005/8/layout/orgChart1"/>
    <dgm:cxn modelId="{FC7B02E9-7914-4B9B-B6E7-8CB49445B39F}" type="presParOf" srcId="{0DBFDABC-8B9D-49ED-B203-9B7C088A49F3}" destId="{140859C5-7347-485A-8F90-0C3EBBA595E2}" srcOrd="0" destOrd="0" presId="urn:microsoft.com/office/officeart/2005/8/layout/orgChart1"/>
    <dgm:cxn modelId="{6D6862C5-A2E7-406A-901A-F5B5B56B74A8}" type="presParOf" srcId="{0DBFDABC-8B9D-49ED-B203-9B7C088A49F3}" destId="{D22A479E-A152-4EC5-993E-E8EA4067F40B}" srcOrd="1" destOrd="0" presId="urn:microsoft.com/office/officeart/2005/8/layout/orgChart1"/>
    <dgm:cxn modelId="{261B3BE0-CE5D-477D-A6C0-D5169B0AFDC0}" type="presParOf" srcId="{BD1DA20A-74C7-4765-918D-A5002DFBF266}" destId="{FF7A85B2-9166-42DC-AA97-1C44F1D05F69}" srcOrd="1" destOrd="0" presId="urn:microsoft.com/office/officeart/2005/8/layout/orgChart1"/>
    <dgm:cxn modelId="{1922EAB4-E237-49BF-807B-35A963BF98D7}" type="presParOf" srcId="{BD1DA20A-74C7-4765-918D-A5002DFBF266}" destId="{AB44B264-50BA-43A7-B289-ED5AEF88BDBC}" srcOrd="2" destOrd="0" presId="urn:microsoft.com/office/officeart/2005/8/layout/orgChart1"/>
    <dgm:cxn modelId="{0833EFA5-7410-40A4-AD48-47E1B6F87652}" type="presParOf" srcId="{2804A394-F273-474F-8559-82D10216EF01}" destId="{0EA1DD1C-6722-4FE2-A1DE-82CAC197A4B6}" srcOrd="4" destOrd="0" presId="urn:microsoft.com/office/officeart/2005/8/layout/orgChart1"/>
    <dgm:cxn modelId="{6DAB7DA5-A79B-4C19-B4D3-FDBDB9BA4024}" type="presParOf" srcId="{2804A394-F273-474F-8559-82D10216EF01}" destId="{DDD27ADF-3911-4411-9572-00D73962DB51}" srcOrd="5" destOrd="0" presId="urn:microsoft.com/office/officeart/2005/8/layout/orgChart1"/>
    <dgm:cxn modelId="{88F000E1-E618-4713-A1C6-C4D5DDCFED39}" type="presParOf" srcId="{DDD27ADF-3911-4411-9572-00D73962DB51}" destId="{73857713-C61D-418E-A02D-27F5B807A208}" srcOrd="0" destOrd="0" presId="urn:microsoft.com/office/officeart/2005/8/layout/orgChart1"/>
    <dgm:cxn modelId="{BFB6B74F-A790-428B-B3F7-F39345868D37}" type="presParOf" srcId="{73857713-C61D-418E-A02D-27F5B807A208}" destId="{D055AAE5-7D87-46FA-8811-B5BAE0B41BEB}" srcOrd="0" destOrd="0" presId="urn:microsoft.com/office/officeart/2005/8/layout/orgChart1"/>
    <dgm:cxn modelId="{534C8452-A316-4B71-8B03-1DC0F1EBBC23}" type="presParOf" srcId="{73857713-C61D-418E-A02D-27F5B807A208}" destId="{6CC3FDA5-C3AB-45F6-A6B7-42EA7635EE35}" srcOrd="1" destOrd="0" presId="urn:microsoft.com/office/officeart/2005/8/layout/orgChart1"/>
    <dgm:cxn modelId="{7713EAC6-112F-4850-9F12-826A9373B43E}" type="presParOf" srcId="{DDD27ADF-3911-4411-9572-00D73962DB51}" destId="{D8B8A526-91FC-4FB1-9E01-CE15D84BC6B5}" srcOrd="1" destOrd="0" presId="urn:microsoft.com/office/officeart/2005/8/layout/orgChart1"/>
    <dgm:cxn modelId="{EC2FAF8D-3D8D-469A-B5F4-9C9B2B01E795}" type="presParOf" srcId="{DDD27ADF-3911-4411-9572-00D73962DB51}" destId="{335F8C0C-6409-4553-BD90-AF789C08F2CA}" srcOrd="2" destOrd="0" presId="urn:microsoft.com/office/officeart/2005/8/layout/orgChart1"/>
    <dgm:cxn modelId="{25211D0F-4C0B-486B-85E3-01CA7890E8FD}" type="presParOf" srcId="{A21AF58A-0CB8-4EEE-8305-1B5EC7361901}" destId="{F90092B6-A8B7-4EEE-A370-53606713EDF7}" srcOrd="2" destOrd="0" presId="urn:microsoft.com/office/officeart/2005/8/layout/orgChart1"/>
    <dgm:cxn modelId="{52EDB8C1-22AE-436B-9C07-D707816C63C7}" type="presParOf" srcId="{7EF5B4B9-1CB0-45E9-A365-C1AF78B4B379}" destId="{B7699C5F-4022-4D90-8C82-A31662B03423}" srcOrd="10" destOrd="0" presId="urn:microsoft.com/office/officeart/2005/8/layout/orgChart1"/>
    <dgm:cxn modelId="{35AD7E7F-7E1B-407F-B67B-0F05813AB40F}" type="presParOf" srcId="{7EF5B4B9-1CB0-45E9-A365-C1AF78B4B379}" destId="{0654EEB7-759F-4BE7-AAC7-533B70905032}" srcOrd="11" destOrd="0" presId="urn:microsoft.com/office/officeart/2005/8/layout/orgChart1"/>
    <dgm:cxn modelId="{6E0A6182-2FFF-4B80-86C2-139726CF458F}" type="presParOf" srcId="{0654EEB7-759F-4BE7-AAC7-533B70905032}" destId="{F4A86B05-BA99-4AA3-95A8-0B8987D8E383}" srcOrd="0" destOrd="0" presId="urn:microsoft.com/office/officeart/2005/8/layout/orgChart1"/>
    <dgm:cxn modelId="{081B1A6E-D596-4C06-A95F-D60841FF393D}" type="presParOf" srcId="{F4A86B05-BA99-4AA3-95A8-0B8987D8E383}" destId="{5B92DF77-BDEF-4266-B203-98B10205EEDB}" srcOrd="0" destOrd="0" presId="urn:microsoft.com/office/officeart/2005/8/layout/orgChart1"/>
    <dgm:cxn modelId="{6668DB42-6B49-4D01-8E6F-A177D2845369}" type="presParOf" srcId="{F4A86B05-BA99-4AA3-95A8-0B8987D8E383}" destId="{2D7562CD-2C44-4EFB-AB7C-5C379F6B4005}" srcOrd="1" destOrd="0" presId="urn:microsoft.com/office/officeart/2005/8/layout/orgChart1"/>
    <dgm:cxn modelId="{C5B4720F-BE8F-4EB0-986B-4372B793299D}" type="presParOf" srcId="{0654EEB7-759F-4BE7-AAC7-533B70905032}" destId="{43AC27AA-41C3-4797-ACAE-D05880F4D457}" srcOrd="1" destOrd="0" presId="urn:microsoft.com/office/officeart/2005/8/layout/orgChart1"/>
    <dgm:cxn modelId="{98FFF0BE-BDBE-4C36-B32C-77A687C71949}" type="presParOf" srcId="{43AC27AA-41C3-4797-ACAE-D05880F4D457}" destId="{051C0EC0-F7DD-40CC-A094-DD74E7FD67CC}" srcOrd="0" destOrd="0" presId="urn:microsoft.com/office/officeart/2005/8/layout/orgChart1"/>
    <dgm:cxn modelId="{5EA7F2FA-80E3-4B5A-9B04-1300EB776A3E}" type="presParOf" srcId="{43AC27AA-41C3-4797-ACAE-D05880F4D457}" destId="{DD2DD7B2-042B-42B8-9D44-16489617A189}" srcOrd="1" destOrd="0" presId="urn:microsoft.com/office/officeart/2005/8/layout/orgChart1"/>
    <dgm:cxn modelId="{16F32328-72F8-40DE-A6F5-C25FF4F2E462}" type="presParOf" srcId="{DD2DD7B2-042B-42B8-9D44-16489617A189}" destId="{2917240E-9B69-43D1-A7EB-17A162121402}" srcOrd="0" destOrd="0" presId="urn:microsoft.com/office/officeart/2005/8/layout/orgChart1"/>
    <dgm:cxn modelId="{32F2E446-8C12-42AF-AC44-0D08D0EFF704}" type="presParOf" srcId="{2917240E-9B69-43D1-A7EB-17A162121402}" destId="{CD88A946-4CD8-454A-A246-92E6436E3F5B}" srcOrd="0" destOrd="0" presId="urn:microsoft.com/office/officeart/2005/8/layout/orgChart1"/>
    <dgm:cxn modelId="{88C7D658-FA62-49C2-8D7D-7CC8A5DF0B06}" type="presParOf" srcId="{2917240E-9B69-43D1-A7EB-17A162121402}" destId="{A3B73847-4280-4E39-B09B-9A154394A994}" srcOrd="1" destOrd="0" presId="urn:microsoft.com/office/officeart/2005/8/layout/orgChart1"/>
    <dgm:cxn modelId="{96964E14-91A4-409F-8838-30589AF045B3}" type="presParOf" srcId="{DD2DD7B2-042B-42B8-9D44-16489617A189}" destId="{F1971255-9003-4AC9-BB0F-5641BF9A365F}" srcOrd="1" destOrd="0" presId="urn:microsoft.com/office/officeart/2005/8/layout/orgChart1"/>
    <dgm:cxn modelId="{00F1C6DC-D48D-4AED-BB04-23E278B72917}" type="presParOf" srcId="{DD2DD7B2-042B-42B8-9D44-16489617A189}" destId="{18D3942D-DF3D-429B-91D9-501F7B18688F}" srcOrd="2" destOrd="0" presId="urn:microsoft.com/office/officeart/2005/8/layout/orgChart1"/>
    <dgm:cxn modelId="{C7339684-1566-4564-BE79-23B8DEC4A67A}" type="presParOf" srcId="{43AC27AA-41C3-4797-ACAE-D05880F4D457}" destId="{E4F071A1-6FD2-4716-A02C-68CBFC3BF0EE}" srcOrd="2" destOrd="0" presId="urn:microsoft.com/office/officeart/2005/8/layout/orgChart1"/>
    <dgm:cxn modelId="{9DF60344-2D17-4F08-87FF-3759A601ECE1}" type="presParOf" srcId="{43AC27AA-41C3-4797-ACAE-D05880F4D457}" destId="{60358ADC-B38B-46F4-ADA5-E1503F9DB3C6}" srcOrd="3" destOrd="0" presId="urn:microsoft.com/office/officeart/2005/8/layout/orgChart1"/>
    <dgm:cxn modelId="{8102AB93-72EC-492A-BD6B-0C5CCA1EFF62}" type="presParOf" srcId="{60358ADC-B38B-46F4-ADA5-E1503F9DB3C6}" destId="{6B911CD9-F470-4925-BA82-F7C1DC6F5690}" srcOrd="0" destOrd="0" presId="urn:microsoft.com/office/officeart/2005/8/layout/orgChart1"/>
    <dgm:cxn modelId="{8817CFBB-EB3F-494A-94B0-EB77E52D6E1D}" type="presParOf" srcId="{6B911CD9-F470-4925-BA82-F7C1DC6F5690}" destId="{E11D48DE-3B6D-4CB5-9A02-55B2832E044C}" srcOrd="0" destOrd="0" presId="urn:microsoft.com/office/officeart/2005/8/layout/orgChart1"/>
    <dgm:cxn modelId="{EAC4ECAE-B53B-4F5B-AC7F-127F331E1391}" type="presParOf" srcId="{6B911CD9-F470-4925-BA82-F7C1DC6F5690}" destId="{CF832871-E7EA-4223-AB80-15ACC7F7C9B2}" srcOrd="1" destOrd="0" presId="urn:microsoft.com/office/officeart/2005/8/layout/orgChart1"/>
    <dgm:cxn modelId="{C2D826D6-6116-4794-A9D9-2BC7852F5DDB}" type="presParOf" srcId="{60358ADC-B38B-46F4-ADA5-E1503F9DB3C6}" destId="{BA4DCBEF-5B3E-4C11-B27A-D2E806EDEE86}" srcOrd="1" destOrd="0" presId="urn:microsoft.com/office/officeart/2005/8/layout/orgChart1"/>
    <dgm:cxn modelId="{C2933744-E0F9-4F52-887D-665F97CE4BC4}" type="presParOf" srcId="{60358ADC-B38B-46F4-ADA5-E1503F9DB3C6}" destId="{2F89BC20-18EB-447C-8242-FFD837F34374}" srcOrd="2" destOrd="0" presId="urn:microsoft.com/office/officeart/2005/8/layout/orgChart1"/>
    <dgm:cxn modelId="{DF69A6D9-1D67-4900-8225-257F519F662D}" type="presParOf" srcId="{0654EEB7-759F-4BE7-AAC7-533B70905032}" destId="{CB92AE8C-48A5-4771-BE7F-4DDACA7297E3}" srcOrd="2" destOrd="0" presId="urn:microsoft.com/office/officeart/2005/8/layout/orgChart1"/>
    <dgm:cxn modelId="{C84984D0-2F9D-42F8-A145-A27A840634E1}" type="presParOf" srcId="{7EF5B4B9-1CB0-45E9-A365-C1AF78B4B379}" destId="{A1C6E309-08EB-4157-B314-79326E4FADC4}" srcOrd="12" destOrd="0" presId="urn:microsoft.com/office/officeart/2005/8/layout/orgChart1"/>
    <dgm:cxn modelId="{DC87DDD8-4302-4CE0-B6FF-584D2F691C96}" type="presParOf" srcId="{7EF5B4B9-1CB0-45E9-A365-C1AF78B4B379}" destId="{6E6B7D76-038D-4682-9E92-02A9E9A6E33C}" srcOrd="13" destOrd="0" presId="urn:microsoft.com/office/officeart/2005/8/layout/orgChart1"/>
    <dgm:cxn modelId="{A7A6213D-18C0-4B4A-B847-AE3858204165}" type="presParOf" srcId="{6E6B7D76-038D-4682-9E92-02A9E9A6E33C}" destId="{1E2827F9-7E7D-41DC-B03F-8086CFCDF073}" srcOrd="0" destOrd="0" presId="urn:microsoft.com/office/officeart/2005/8/layout/orgChart1"/>
    <dgm:cxn modelId="{B48F3BDB-700A-42F5-A9C2-3C26A04128EA}" type="presParOf" srcId="{1E2827F9-7E7D-41DC-B03F-8086CFCDF073}" destId="{727EA264-8CDC-46A5-A8F7-3714AB4745E8}" srcOrd="0" destOrd="0" presId="urn:microsoft.com/office/officeart/2005/8/layout/orgChart1"/>
    <dgm:cxn modelId="{6440D049-49C9-403B-AD40-1AD7977999CB}" type="presParOf" srcId="{1E2827F9-7E7D-41DC-B03F-8086CFCDF073}" destId="{4958122D-41F3-44B5-896C-FA07539DBD24}" srcOrd="1" destOrd="0" presId="urn:microsoft.com/office/officeart/2005/8/layout/orgChart1"/>
    <dgm:cxn modelId="{5ABBC36E-EC32-42F1-A755-EF558E9FF360}" type="presParOf" srcId="{6E6B7D76-038D-4682-9E92-02A9E9A6E33C}" destId="{4A8CC11B-EC96-47C9-9136-31C41DCE6928}" srcOrd="1" destOrd="0" presId="urn:microsoft.com/office/officeart/2005/8/layout/orgChart1"/>
    <dgm:cxn modelId="{5CDA20C9-FE62-466F-88A0-57E5C5EF989F}" type="presParOf" srcId="{4A8CC11B-EC96-47C9-9136-31C41DCE6928}" destId="{12DBFC9D-39EB-431B-82CC-41B6FDC60DA0}" srcOrd="0" destOrd="0" presId="urn:microsoft.com/office/officeart/2005/8/layout/orgChart1"/>
    <dgm:cxn modelId="{FFFE4756-10BF-40F3-B52A-542E5F2185EB}" type="presParOf" srcId="{4A8CC11B-EC96-47C9-9136-31C41DCE6928}" destId="{459B6654-B57D-4C54-8592-09013FC71A20}" srcOrd="1" destOrd="0" presId="urn:microsoft.com/office/officeart/2005/8/layout/orgChart1"/>
    <dgm:cxn modelId="{78C3250A-AA8F-49D0-9614-F6995544513D}" type="presParOf" srcId="{459B6654-B57D-4C54-8592-09013FC71A20}" destId="{01C396F8-AB80-4566-877A-1D14C797692D}" srcOrd="0" destOrd="0" presId="urn:microsoft.com/office/officeart/2005/8/layout/orgChart1"/>
    <dgm:cxn modelId="{731AA6FF-379D-48A0-856A-998CB8C7FBA0}" type="presParOf" srcId="{01C396F8-AB80-4566-877A-1D14C797692D}" destId="{B9E0A236-F1F7-4FE7-B2A0-2A601ADE5902}" srcOrd="0" destOrd="0" presId="urn:microsoft.com/office/officeart/2005/8/layout/orgChart1"/>
    <dgm:cxn modelId="{3539F7AF-347C-444F-BFA9-767988E43FF8}" type="presParOf" srcId="{01C396F8-AB80-4566-877A-1D14C797692D}" destId="{9594469D-B316-41E2-A02A-CDD13E9351C8}" srcOrd="1" destOrd="0" presId="urn:microsoft.com/office/officeart/2005/8/layout/orgChart1"/>
    <dgm:cxn modelId="{7B322199-7FC6-4F02-AAE8-125631549295}" type="presParOf" srcId="{459B6654-B57D-4C54-8592-09013FC71A20}" destId="{6FE82A11-18EB-40E3-A21C-22755BB87FC7}" srcOrd="1" destOrd="0" presId="urn:microsoft.com/office/officeart/2005/8/layout/orgChart1"/>
    <dgm:cxn modelId="{89A8A072-8194-4446-AA02-067640F83B21}" type="presParOf" srcId="{459B6654-B57D-4C54-8592-09013FC71A20}" destId="{5DE4B2FE-7B9C-49D7-AC24-05889313D844}" srcOrd="2" destOrd="0" presId="urn:microsoft.com/office/officeart/2005/8/layout/orgChart1"/>
    <dgm:cxn modelId="{11B00660-01E1-4B63-8CA9-EEDCF6D9929A}" type="presParOf" srcId="{4A8CC11B-EC96-47C9-9136-31C41DCE6928}" destId="{342DC5E2-8A38-46AC-BB69-043A18EF2817}" srcOrd="2" destOrd="0" presId="urn:microsoft.com/office/officeart/2005/8/layout/orgChart1"/>
    <dgm:cxn modelId="{BDBC709C-0A6A-4E1B-9001-B24CDD5C45D8}" type="presParOf" srcId="{4A8CC11B-EC96-47C9-9136-31C41DCE6928}" destId="{3EC9D802-7955-4796-9455-666B0B00E201}" srcOrd="3" destOrd="0" presId="urn:microsoft.com/office/officeart/2005/8/layout/orgChart1"/>
    <dgm:cxn modelId="{1FBF92D9-552E-492A-88D4-706085381327}" type="presParOf" srcId="{3EC9D802-7955-4796-9455-666B0B00E201}" destId="{9ECE027A-9D3F-4B03-9CA7-274D09C13AFB}" srcOrd="0" destOrd="0" presId="urn:microsoft.com/office/officeart/2005/8/layout/orgChart1"/>
    <dgm:cxn modelId="{38B9485D-11D8-45A6-9561-3837157467E4}" type="presParOf" srcId="{9ECE027A-9D3F-4B03-9CA7-274D09C13AFB}" destId="{70266AC8-1BF5-4070-BC82-CDA4CD5EEF88}" srcOrd="0" destOrd="0" presId="urn:microsoft.com/office/officeart/2005/8/layout/orgChart1"/>
    <dgm:cxn modelId="{F7E2AEE3-891F-45FD-88F8-9347BC177E52}" type="presParOf" srcId="{9ECE027A-9D3F-4B03-9CA7-274D09C13AFB}" destId="{E79E592C-5EC8-4D38-9ED4-882F222F3D22}" srcOrd="1" destOrd="0" presId="urn:microsoft.com/office/officeart/2005/8/layout/orgChart1"/>
    <dgm:cxn modelId="{87E89B0B-5B09-46B6-BDBB-63236BC7141B}" type="presParOf" srcId="{3EC9D802-7955-4796-9455-666B0B00E201}" destId="{B9F5DFB7-8D87-49AE-8D19-65A1DF07831F}" srcOrd="1" destOrd="0" presId="urn:microsoft.com/office/officeart/2005/8/layout/orgChart1"/>
    <dgm:cxn modelId="{908CA3A1-4A4F-4AC1-B733-8D9BCE8C1F3E}" type="presParOf" srcId="{3EC9D802-7955-4796-9455-666B0B00E201}" destId="{E1B85FD1-66E6-45B4-B552-684392CE6DC2}" srcOrd="2" destOrd="0" presId="urn:microsoft.com/office/officeart/2005/8/layout/orgChart1"/>
    <dgm:cxn modelId="{57A12569-8277-4134-89EF-B91A1D621745}" type="presParOf" srcId="{4A8CC11B-EC96-47C9-9136-31C41DCE6928}" destId="{F8D67BD1-9B61-47F0-B019-AD3381953808}" srcOrd="4" destOrd="0" presId="urn:microsoft.com/office/officeart/2005/8/layout/orgChart1"/>
    <dgm:cxn modelId="{A8EF1B9F-2949-4E2E-A421-414851C2568F}" type="presParOf" srcId="{4A8CC11B-EC96-47C9-9136-31C41DCE6928}" destId="{F3C5D661-37C3-496D-A2C3-0BD92533168D}" srcOrd="5" destOrd="0" presId="urn:microsoft.com/office/officeart/2005/8/layout/orgChart1"/>
    <dgm:cxn modelId="{62D003D2-0243-44DB-97FF-1CA93981B448}" type="presParOf" srcId="{F3C5D661-37C3-496D-A2C3-0BD92533168D}" destId="{66680BFE-5B1C-44C3-AA9C-305E21E1740E}" srcOrd="0" destOrd="0" presId="urn:microsoft.com/office/officeart/2005/8/layout/orgChart1"/>
    <dgm:cxn modelId="{36B3471F-3D8F-46A0-9538-6158AFDB82D1}" type="presParOf" srcId="{66680BFE-5B1C-44C3-AA9C-305E21E1740E}" destId="{22F57D9F-6D4F-41E2-BEC8-D63C57303251}" srcOrd="0" destOrd="0" presId="urn:microsoft.com/office/officeart/2005/8/layout/orgChart1"/>
    <dgm:cxn modelId="{7F5EA9C4-6919-4F02-9369-91F776ACBBAB}" type="presParOf" srcId="{66680BFE-5B1C-44C3-AA9C-305E21E1740E}" destId="{036AC9C9-4569-452F-9502-439699ED437F}" srcOrd="1" destOrd="0" presId="urn:microsoft.com/office/officeart/2005/8/layout/orgChart1"/>
    <dgm:cxn modelId="{ACB0509D-4609-4CFA-B3C4-6B90C0E7AF7A}" type="presParOf" srcId="{F3C5D661-37C3-496D-A2C3-0BD92533168D}" destId="{14EDE5FE-1800-4FFB-80F8-5D592D9F56B4}" srcOrd="1" destOrd="0" presId="urn:microsoft.com/office/officeart/2005/8/layout/orgChart1"/>
    <dgm:cxn modelId="{DEF909EE-4E49-4980-95B1-52325648BFC9}" type="presParOf" srcId="{F3C5D661-37C3-496D-A2C3-0BD92533168D}" destId="{01AC214C-DAC0-4333-9668-799520AFC6B1}" srcOrd="2" destOrd="0" presId="urn:microsoft.com/office/officeart/2005/8/layout/orgChart1"/>
    <dgm:cxn modelId="{02FC441B-E3EA-47AF-8950-FADF46AD302F}" type="presParOf" srcId="{4A8CC11B-EC96-47C9-9136-31C41DCE6928}" destId="{B9F117BA-ACDE-4D44-8E32-85616F7A8934}" srcOrd="6" destOrd="0" presId="urn:microsoft.com/office/officeart/2005/8/layout/orgChart1"/>
    <dgm:cxn modelId="{F712C64A-6140-4DBA-B730-DE947AD99561}" type="presParOf" srcId="{4A8CC11B-EC96-47C9-9136-31C41DCE6928}" destId="{0FD87AAF-DC04-4826-9D16-4DA68B817E4F}" srcOrd="7" destOrd="0" presId="urn:microsoft.com/office/officeart/2005/8/layout/orgChart1"/>
    <dgm:cxn modelId="{090AD47C-0F93-46A5-A605-ED8CF8FC0BFB}" type="presParOf" srcId="{0FD87AAF-DC04-4826-9D16-4DA68B817E4F}" destId="{699EDFE2-F6A4-4E92-9EA0-00AACB93C50B}" srcOrd="0" destOrd="0" presId="urn:microsoft.com/office/officeart/2005/8/layout/orgChart1"/>
    <dgm:cxn modelId="{DC3ECE40-30F3-4850-89C5-8293763AD096}" type="presParOf" srcId="{699EDFE2-F6A4-4E92-9EA0-00AACB93C50B}" destId="{F0AA28F1-7C39-407E-AD6F-B5D5CCFC6329}" srcOrd="0" destOrd="0" presId="urn:microsoft.com/office/officeart/2005/8/layout/orgChart1"/>
    <dgm:cxn modelId="{8FAF7B3E-954D-4505-8E8F-53FB3F99490F}" type="presParOf" srcId="{699EDFE2-F6A4-4E92-9EA0-00AACB93C50B}" destId="{4D2F4407-8EE9-4E42-A1A1-F7330A978109}" srcOrd="1" destOrd="0" presId="urn:microsoft.com/office/officeart/2005/8/layout/orgChart1"/>
    <dgm:cxn modelId="{67319AE6-6DF0-4E61-9BD5-B673323800ED}" type="presParOf" srcId="{0FD87AAF-DC04-4826-9D16-4DA68B817E4F}" destId="{D1D57681-D48F-41A4-A27D-A2B67417A9B7}" srcOrd="1" destOrd="0" presId="urn:microsoft.com/office/officeart/2005/8/layout/orgChart1"/>
    <dgm:cxn modelId="{077399ED-9532-415B-BA15-541E000B9888}" type="presParOf" srcId="{0FD87AAF-DC04-4826-9D16-4DA68B817E4F}" destId="{1CA201EA-78FB-4C8D-80ED-644A94FA9F0E}" srcOrd="2" destOrd="0" presId="urn:microsoft.com/office/officeart/2005/8/layout/orgChart1"/>
    <dgm:cxn modelId="{55965B01-698D-484B-8A8F-94C87802EE07}" type="presParOf" srcId="{4A8CC11B-EC96-47C9-9136-31C41DCE6928}" destId="{4F0BDDB0-349E-437F-B65B-26B293BDF307}" srcOrd="8" destOrd="0" presId="urn:microsoft.com/office/officeart/2005/8/layout/orgChart1"/>
    <dgm:cxn modelId="{94A8F103-5800-432A-9818-94342E4C1E1E}" type="presParOf" srcId="{4A8CC11B-EC96-47C9-9136-31C41DCE6928}" destId="{B3010712-3B93-490A-9D97-FE360136D64C}" srcOrd="9" destOrd="0" presId="urn:microsoft.com/office/officeart/2005/8/layout/orgChart1"/>
    <dgm:cxn modelId="{B8DF2F0D-E11E-42D3-8B15-3D0B3AF026FE}" type="presParOf" srcId="{B3010712-3B93-490A-9D97-FE360136D64C}" destId="{B4F264D0-7D5C-457B-B640-B1417615721B}" srcOrd="0" destOrd="0" presId="urn:microsoft.com/office/officeart/2005/8/layout/orgChart1"/>
    <dgm:cxn modelId="{082D4A1A-503D-4478-8F56-42A732B491C1}" type="presParOf" srcId="{B4F264D0-7D5C-457B-B640-B1417615721B}" destId="{681D547F-5466-45AF-8ED3-BEDA5F950653}" srcOrd="0" destOrd="0" presId="urn:microsoft.com/office/officeart/2005/8/layout/orgChart1"/>
    <dgm:cxn modelId="{97313282-F0BE-4E42-AA6F-7AD16DBF7730}" type="presParOf" srcId="{B4F264D0-7D5C-457B-B640-B1417615721B}" destId="{ABFEBE11-BD0F-4255-96DC-ECBDA74032E1}" srcOrd="1" destOrd="0" presId="urn:microsoft.com/office/officeart/2005/8/layout/orgChart1"/>
    <dgm:cxn modelId="{66515B2F-1A8A-4061-8A83-0C8B16035DB9}" type="presParOf" srcId="{B3010712-3B93-490A-9D97-FE360136D64C}" destId="{9B25C2BA-3D65-46E3-91E5-BBA2807A00A8}" srcOrd="1" destOrd="0" presId="urn:microsoft.com/office/officeart/2005/8/layout/orgChart1"/>
    <dgm:cxn modelId="{D6AFE505-4D2F-4184-BBD4-C95DEFE87303}" type="presParOf" srcId="{B3010712-3B93-490A-9D97-FE360136D64C}" destId="{ECCE64B5-5438-4A3B-965B-5EF7BCE1C69B}" srcOrd="2" destOrd="0" presId="urn:microsoft.com/office/officeart/2005/8/layout/orgChart1"/>
    <dgm:cxn modelId="{2D84F16F-636B-4455-AEFF-F148826C6DFB}" type="presParOf" srcId="{4A8CC11B-EC96-47C9-9136-31C41DCE6928}" destId="{22C8A7B9-3D4A-4045-A7D6-2C1BC89F8F02}" srcOrd="10" destOrd="0" presId="urn:microsoft.com/office/officeart/2005/8/layout/orgChart1"/>
    <dgm:cxn modelId="{06F94681-22F0-4D91-B4E5-ABCFB0837FFF}" type="presParOf" srcId="{4A8CC11B-EC96-47C9-9136-31C41DCE6928}" destId="{D2DF49B5-3866-4B8E-B563-C9E0E79C4B1D}" srcOrd="11" destOrd="0" presId="urn:microsoft.com/office/officeart/2005/8/layout/orgChart1"/>
    <dgm:cxn modelId="{CB149E1B-D65D-417B-9A52-9A34CA09E626}" type="presParOf" srcId="{D2DF49B5-3866-4B8E-B563-C9E0E79C4B1D}" destId="{D565EAF3-825F-4D66-989A-976D9E0512C4}" srcOrd="0" destOrd="0" presId="urn:microsoft.com/office/officeart/2005/8/layout/orgChart1"/>
    <dgm:cxn modelId="{394A1860-6E38-4CB2-B756-7874C97E8CC3}" type="presParOf" srcId="{D565EAF3-825F-4D66-989A-976D9E0512C4}" destId="{FF1DD4B5-1393-4897-8062-5E6E8A776BA8}" srcOrd="0" destOrd="0" presId="urn:microsoft.com/office/officeart/2005/8/layout/orgChart1"/>
    <dgm:cxn modelId="{9993D713-E61D-4A73-BDED-D29C7D8237D8}" type="presParOf" srcId="{D565EAF3-825F-4D66-989A-976D9E0512C4}" destId="{509B807E-88AD-4597-9D5B-6385D3AB3F60}" srcOrd="1" destOrd="0" presId="urn:microsoft.com/office/officeart/2005/8/layout/orgChart1"/>
    <dgm:cxn modelId="{A5D98A63-6DFF-4167-932A-49056DE244B2}" type="presParOf" srcId="{D2DF49B5-3866-4B8E-B563-C9E0E79C4B1D}" destId="{5398E04F-5426-4B65-9530-81A9E9DC891E}" srcOrd="1" destOrd="0" presId="urn:microsoft.com/office/officeart/2005/8/layout/orgChart1"/>
    <dgm:cxn modelId="{A59C40C4-013D-4B6D-84FA-E9936B0E29E8}" type="presParOf" srcId="{D2DF49B5-3866-4B8E-B563-C9E0E79C4B1D}" destId="{0EE4B160-4BFD-48F8-834C-2988106B3BAD}" srcOrd="2" destOrd="0" presId="urn:microsoft.com/office/officeart/2005/8/layout/orgChart1"/>
    <dgm:cxn modelId="{AB0764D8-8C4F-485F-ACDB-7EA56A61659A}" type="presParOf" srcId="{6E6B7D76-038D-4682-9E92-02A9E9A6E33C}" destId="{9BDF017A-AB66-448E-A60E-755EBB28ACCC}" srcOrd="2" destOrd="0" presId="urn:microsoft.com/office/officeart/2005/8/layout/orgChart1"/>
    <dgm:cxn modelId="{7664DC00-A277-4ABD-A996-2723441F7C00}" type="presParOf" srcId="{7EF5B4B9-1CB0-45E9-A365-C1AF78B4B379}" destId="{051380B9-A334-45AF-AF0C-215B69B19F9C}" srcOrd="14" destOrd="0" presId="urn:microsoft.com/office/officeart/2005/8/layout/orgChart1"/>
    <dgm:cxn modelId="{94C4A312-AC25-4251-A940-982BD44BEE80}" type="presParOf" srcId="{7EF5B4B9-1CB0-45E9-A365-C1AF78B4B379}" destId="{072038A9-6F76-4A01-8827-47086F47A62E}" srcOrd="15" destOrd="0" presId="urn:microsoft.com/office/officeart/2005/8/layout/orgChart1"/>
    <dgm:cxn modelId="{C30A2E3E-69C4-4D4E-A74A-993E0F218E57}" type="presParOf" srcId="{072038A9-6F76-4A01-8827-47086F47A62E}" destId="{EE4F1172-CF3E-4027-AE94-9B5736850D47}" srcOrd="0" destOrd="0" presId="urn:microsoft.com/office/officeart/2005/8/layout/orgChart1"/>
    <dgm:cxn modelId="{8093D475-7908-4BD7-BB25-05414496015E}" type="presParOf" srcId="{EE4F1172-CF3E-4027-AE94-9B5736850D47}" destId="{1DC59C32-D795-4758-97FE-B317CF67C902}" srcOrd="0" destOrd="0" presId="urn:microsoft.com/office/officeart/2005/8/layout/orgChart1"/>
    <dgm:cxn modelId="{EBE17161-66DE-488C-9B27-937C3E491EC7}" type="presParOf" srcId="{EE4F1172-CF3E-4027-AE94-9B5736850D47}" destId="{F1A01E31-A9A8-4A0B-8627-FCA82BC7984D}" srcOrd="1" destOrd="0" presId="urn:microsoft.com/office/officeart/2005/8/layout/orgChart1"/>
    <dgm:cxn modelId="{614AF562-AE3F-4F77-92D1-618479F7EC47}" type="presParOf" srcId="{072038A9-6F76-4A01-8827-47086F47A62E}" destId="{538B87C2-8612-4D32-9009-E19789F73C2E}" srcOrd="1" destOrd="0" presId="urn:microsoft.com/office/officeart/2005/8/layout/orgChart1"/>
    <dgm:cxn modelId="{1F0D0109-FDF5-4672-8663-566FA290E6A9}" type="presParOf" srcId="{538B87C2-8612-4D32-9009-E19789F73C2E}" destId="{622A7EAD-6890-4C35-BAE7-661B33C3CF72}" srcOrd="0" destOrd="0" presId="urn:microsoft.com/office/officeart/2005/8/layout/orgChart1"/>
    <dgm:cxn modelId="{F285A7E4-49C5-4688-8937-5E0316379E98}" type="presParOf" srcId="{538B87C2-8612-4D32-9009-E19789F73C2E}" destId="{D8FC5035-A5A7-46AA-9FA9-93B59A7977DF}" srcOrd="1" destOrd="0" presId="urn:microsoft.com/office/officeart/2005/8/layout/orgChart1"/>
    <dgm:cxn modelId="{FD214B86-CD9A-4C52-BB3E-D1870318497D}" type="presParOf" srcId="{D8FC5035-A5A7-46AA-9FA9-93B59A7977DF}" destId="{91D61C27-F0DC-42AE-B942-47C6B2F60CA9}" srcOrd="0" destOrd="0" presId="urn:microsoft.com/office/officeart/2005/8/layout/orgChart1"/>
    <dgm:cxn modelId="{3FBFEFCA-CE6D-498A-BB31-8104C80E8920}" type="presParOf" srcId="{91D61C27-F0DC-42AE-B942-47C6B2F60CA9}" destId="{0EAB04D5-AD65-47FD-AD96-C17FFB8E84D1}" srcOrd="0" destOrd="0" presId="urn:microsoft.com/office/officeart/2005/8/layout/orgChart1"/>
    <dgm:cxn modelId="{0F04867E-1F1A-41F8-9CAE-D6D87AA0A89C}" type="presParOf" srcId="{91D61C27-F0DC-42AE-B942-47C6B2F60CA9}" destId="{F1E9C79A-6C1E-463A-8A3E-D7E12958BEB9}" srcOrd="1" destOrd="0" presId="urn:microsoft.com/office/officeart/2005/8/layout/orgChart1"/>
    <dgm:cxn modelId="{98ABE53C-4C91-4558-B044-27CD9213155A}" type="presParOf" srcId="{D8FC5035-A5A7-46AA-9FA9-93B59A7977DF}" destId="{A4C848EF-843D-4CFE-A6B9-C54913EEEEFE}" srcOrd="1" destOrd="0" presId="urn:microsoft.com/office/officeart/2005/8/layout/orgChart1"/>
    <dgm:cxn modelId="{027EE42E-F580-4C73-A3E4-2D45F61A2D5C}" type="presParOf" srcId="{D8FC5035-A5A7-46AA-9FA9-93B59A7977DF}" destId="{0A440014-3C6C-4CF5-9169-FAF9DFBE056E}" srcOrd="2" destOrd="0" presId="urn:microsoft.com/office/officeart/2005/8/layout/orgChart1"/>
    <dgm:cxn modelId="{4BBF97B5-CE24-4F78-9469-05C1D849FFB5}" type="presParOf" srcId="{538B87C2-8612-4D32-9009-E19789F73C2E}" destId="{3EA1A24A-7D2D-4C8B-9059-27691D6FDC81}" srcOrd="2" destOrd="0" presId="urn:microsoft.com/office/officeart/2005/8/layout/orgChart1"/>
    <dgm:cxn modelId="{74F9614F-5BD8-4775-B6B7-CB182C30ECE9}" type="presParOf" srcId="{538B87C2-8612-4D32-9009-E19789F73C2E}" destId="{62704CA1-AF77-4042-BC8C-95962D8C0E46}" srcOrd="3" destOrd="0" presId="urn:microsoft.com/office/officeart/2005/8/layout/orgChart1"/>
    <dgm:cxn modelId="{AC912477-6EC0-4926-9D94-C2C2CCE0C568}" type="presParOf" srcId="{62704CA1-AF77-4042-BC8C-95962D8C0E46}" destId="{38D12A4B-43F2-4593-9636-573670E19024}" srcOrd="0" destOrd="0" presId="urn:microsoft.com/office/officeart/2005/8/layout/orgChart1"/>
    <dgm:cxn modelId="{7200B831-4B84-4D66-819B-37B75DD0F0ED}" type="presParOf" srcId="{38D12A4B-43F2-4593-9636-573670E19024}" destId="{5ABCF0ED-6A20-4E6A-AE92-C9B7C2E70489}" srcOrd="0" destOrd="0" presId="urn:microsoft.com/office/officeart/2005/8/layout/orgChart1"/>
    <dgm:cxn modelId="{DBAA3FC4-D626-4537-B38E-8DF2F641CB62}" type="presParOf" srcId="{38D12A4B-43F2-4593-9636-573670E19024}" destId="{97DD66FF-714B-4E84-B755-1342C9B21B4F}" srcOrd="1" destOrd="0" presId="urn:microsoft.com/office/officeart/2005/8/layout/orgChart1"/>
    <dgm:cxn modelId="{4FFB1EF2-5A8E-4E76-A3B5-32B4DABEC5F3}" type="presParOf" srcId="{62704CA1-AF77-4042-BC8C-95962D8C0E46}" destId="{24621012-4128-4084-9E6D-3032BB27C9B4}" srcOrd="1" destOrd="0" presId="urn:microsoft.com/office/officeart/2005/8/layout/orgChart1"/>
    <dgm:cxn modelId="{95028331-C487-439D-AF01-A6F7A462B747}" type="presParOf" srcId="{62704CA1-AF77-4042-BC8C-95962D8C0E46}" destId="{A86A8704-DF60-4560-BC97-7CD75553B7B1}" srcOrd="2" destOrd="0" presId="urn:microsoft.com/office/officeart/2005/8/layout/orgChart1"/>
    <dgm:cxn modelId="{5FD1E98E-9C48-4AB3-BB59-32D2F10D260C}" type="presParOf" srcId="{538B87C2-8612-4D32-9009-E19789F73C2E}" destId="{92027BC4-942F-448D-9FF9-50D32CC4F9F8}" srcOrd="4" destOrd="0" presId="urn:microsoft.com/office/officeart/2005/8/layout/orgChart1"/>
    <dgm:cxn modelId="{610F1446-2394-4991-9C82-1F262F75BD0B}" type="presParOf" srcId="{538B87C2-8612-4D32-9009-E19789F73C2E}" destId="{46FDD457-5269-4A15-A332-7D0595E16351}" srcOrd="5" destOrd="0" presId="urn:microsoft.com/office/officeart/2005/8/layout/orgChart1"/>
    <dgm:cxn modelId="{874F9ECD-489E-4A4C-8878-9E57E48C4C5A}" type="presParOf" srcId="{46FDD457-5269-4A15-A332-7D0595E16351}" destId="{98FEA4D2-A79F-4DD3-AA73-C27D46C02E69}" srcOrd="0" destOrd="0" presId="urn:microsoft.com/office/officeart/2005/8/layout/orgChart1"/>
    <dgm:cxn modelId="{A31E1AE5-6ED2-4CA2-BD46-375B1FB25B27}" type="presParOf" srcId="{98FEA4D2-A79F-4DD3-AA73-C27D46C02E69}" destId="{6ACDB490-5CCC-46E5-872A-95861B7CFC3A}" srcOrd="0" destOrd="0" presId="urn:microsoft.com/office/officeart/2005/8/layout/orgChart1"/>
    <dgm:cxn modelId="{8114CFEF-1C38-4A12-8C2D-E1028F30ACE7}" type="presParOf" srcId="{98FEA4D2-A79F-4DD3-AA73-C27D46C02E69}" destId="{0FB9326A-0F22-4199-B7AD-18155633451C}" srcOrd="1" destOrd="0" presId="urn:microsoft.com/office/officeart/2005/8/layout/orgChart1"/>
    <dgm:cxn modelId="{25EC3970-A759-4B29-9AEE-F5103F9643FA}" type="presParOf" srcId="{46FDD457-5269-4A15-A332-7D0595E16351}" destId="{2691876E-A221-47F0-BC6B-5709FEA00181}" srcOrd="1" destOrd="0" presId="urn:microsoft.com/office/officeart/2005/8/layout/orgChart1"/>
    <dgm:cxn modelId="{148AD5B6-84E0-41B8-B77E-9E67A87F6FFD}" type="presParOf" srcId="{46FDD457-5269-4A15-A332-7D0595E16351}" destId="{0FE23374-4984-489E-AFED-DA2184B41BA5}" srcOrd="2" destOrd="0" presId="urn:microsoft.com/office/officeart/2005/8/layout/orgChart1"/>
    <dgm:cxn modelId="{0887E394-DAE4-4431-943F-7F68FDA20160}" type="presParOf" srcId="{538B87C2-8612-4D32-9009-E19789F73C2E}" destId="{63A68709-9AB7-4FBA-A44B-D49A93670E00}" srcOrd="6" destOrd="0" presId="urn:microsoft.com/office/officeart/2005/8/layout/orgChart1"/>
    <dgm:cxn modelId="{F906FB95-B56F-4B4A-9497-A607C4DF7DC0}" type="presParOf" srcId="{538B87C2-8612-4D32-9009-E19789F73C2E}" destId="{FDC0E47D-045D-4903-A35D-4B7607CC1254}" srcOrd="7" destOrd="0" presId="urn:microsoft.com/office/officeart/2005/8/layout/orgChart1"/>
    <dgm:cxn modelId="{A7643156-50EC-401F-9EEE-4E6054939B01}" type="presParOf" srcId="{FDC0E47D-045D-4903-A35D-4B7607CC1254}" destId="{E1573F85-8BD5-4616-A5E6-C61E48762FAA}" srcOrd="0" destOrd="0" presId="urn:microsoft.com/office/officeart/2005/8/layout/orgChart1"/>
    <dgm:cxn modelId="{DE7010CC-8A08-4635-9C0B-D1A7E1C0226A}" type="presParOf" srcId="{E1573F85-8BD5-4616-A5E6-C61E48762FAA}" destId="{A39553A8-8DDC-4E56-94FE-8BCCEC86EF29}" srcOrd="0" destOrd="0" presId="urn:microsoft.com/office/officeart/2005/8/layout/orgChart1"/>
    <dgm:cxn modelId="{DC49696B-46BA-4693-9A66-EC5C8C138163}" type="presParOf" srcId="{E1573F85-8BD5-4616-A5E6-C61E48762FAA}" destId="{ECEA2F1C-C716-4843-91E0-8CA9703C0947}" srcOrd="1" destOrd="0" presId="urn:microsoft.com/office/officeart/2005/8/layout/orgChart1"/>
    <dgm:cxn modelId="{EB6EBFA6-2547-4211-B926-7E0E43101E68}" type="presParOf" srcId="{FDC0E47D-045D-4903-A35D-4B7607CC1254}" destId="{FE0A3313-D715-4F79-A1A4-63F437E095DB}" srcOrd="1" destOrd="0" presId="urn:microsoft.com/office/officeart/2005/8/layout/orgChart1"/>
    <dgm:cxn modelId="{22425881-4B8A-40AC-A234-09EB3A5B0D74}" type="presParOf" srcId="{FDC0E47D-045D-4903-A35D-4B7607CC1254}" destId="{019C8C4A-E174-4909-A91D-7A1927890E88}" srcOrd="2" destOrd="0" presId="urn:microsoft.com/office/officeart/2005/8/layout/orgChart1"/>
    <dgm:cxn modelId="{DB1E8109-AE37-442A-BB44-712D340D3B1A}" type="presParOf" srcId="{072038A9-6F76-4A01-8827-47086F47A62E}" destId="{25700E45-5EC8-40D4-B400-4094C011374C}" srcOrd="2" destOrd="0" presId="urn:microsoft.com/office/officeart/2005/8/layout/orgChart1"/>
    <dgm:cxn modelId="{CB892981-20A7-4502-9902-6901954911F9}" type="presParOf" srcId="{7EF5B4B9-1CB0-45E9-A365-C1AF78B4B379}" destId="{57E23BDB-D58F-4121-857C-8C43B8F207DA}" srcOrd="16" destOrd="0" presId="urn:microsoft.com/office/officeart/2005/8/layout/orgChart1"/>
    <dgm:cxn modelId="{C69FF314-BC6C-4608-8166-4F2AE1E2B3C6}" type="presParOf" srcId="{7EF5B4B9-1CB0-45E9-A365-C1AF78B4B379}" destId="{E9938643-A94A-4AB3-8FCE-E3B843DA4ADB}" srcOrd="17" destOrd="0" presId="urn:microsoft.com/office/officeart/2005/8/layout/orgChart1"/>
    <dgm:cxn modelId="{F030A89D-46E9-4D85-9D34-8BC119ED046A}" type="presParOf" srcId="{E9938643-A94A-4AB3-8FCE-E3B843DA4ADB}" destId="{9EE17D13-2E04-4173-97C1-F13F2236F91F}" srcOrd="0" destOrd="0" presId="urn:microsoft.com/office/officeart/2005/8/layout/orgChart1"/>
    <dgm:cxn modelId="{3ECD7E43-3559-4FFE-94BF-26706E426AFC}" type="presParOf" srcId="{9EE17D13-2E04-4173-97C1-F13F2236F91F}" destId="{9157A1FE-6233-4636-BE8B-CADAFCA3FDCB}" srcOrd="0" destOrd="0" presId="urn:microsoft.com/office/officeart/2005/8/layout/orgChart1"/>
    <dgm:cxn modelId="{99D104BD-8A26-49D0-BED4-52A95BACF6D7}" type="presParOf" srcId="{9EE17D13-2E04-4173-97C1-F13F2236F91F}" destId="{99BBBBB9-F0FF-4F68-827E-9F1F0F412351}" srcOrd="1" destOrd="0" presId="urn:microsoft.com/office/officeart/2005/8/layout/orgChart1"/>
    <dgm:cxn modelId="{4DBF8EAF-606D-4138-BB10-D828991E641E}" type="presParOf" srcId="{E9938643-A94A-4AB3-8FCE-E3B843DA4ADB}" destId="{1ADB84CD-1EBD-4A1C-88D1-8FA9AE8436B2}" srcOrd="1" destOrd="0" presId="urn:microsoft.com/office/officeart/2005/8/layout/orgChart1"/>
    <dgm:cxn modelId="{F9E6C662-FA3E-4890-9055-8B68EB1B6509}" type="presParOf" srcId="{1ADB84CD-1EBD-4A1C-88D1-8FA9AE8436B2}" destId="{7600C382-A9B0-48E9-B2AD-D381024E4E13}" srcOrd="0" destOrd="0" presId="urn:microsoft.com/office/officeart/2005/8/layout/orgChart1"/>
    <dgm:cxn modelId="{DC147477-2882-4543-8690-5D711AD1F049}" type="presParOf" srcId="{1ADB84CD-1EBD-4A1C-88D1-8FA9AE8436B2}" destId="{0A5CCBC0-23A9-4DE4-AFE1-5938FEE658CF}" srcOrd="1" destOrd="0" presId="urn:microsoft.com/office/officeart/2005/8/layout/orgChart1"/>
    <dgm:cxn modelId="{8B79C58A-2322-4FDC-A272-D7F7FA702A86}" type="presParOf" srcId="{0A5CCBC0-23A9-4DE4-AFE1-5938FEE658CF}" destId="{504503C6-FF8C-4990-B94A-EED6654DCEE2}" srcOrd="0" destOrd="0" presId="urn:microsoft.com/office/officeart/2005/8/layout/orgChart1"/>
    <dgm:cxn modelId="{6ED1F0D5-092B-4584-B09E-D19B322721E4}" type="presParOf" srcId="{504503C6-FF8C-4990-B94A-EED6654DCEE2}" destId="{128F835C-6E26-4AB9-AB94-161EF1BABCD2}" srcOrd="0" destOrd="0" presId="urn:microsoft.com/office/officeart/2005/8/layout/orgChart1"/>
    <dgm:cxn modelId="{FB00B1D0-E9FB-49D4-B1AD-F6DDAF385EC4}" type="presParOf" srcId="{504503C6-FF8C-4990-B94A-EED6654DCEE2}" destId="{D8A33851-C2EF-47C5-9B40-7F1A4A79DAE9}" srcOrd="1" destOrd="0" presId="urn:microsoft.com/office/officeart/2005/8/layout/orgChart1"/>
    <dgm:cxn modelId="{FDA1C16A-6559-4B2E-99D8-774DD965027C}" type="presParOf" srcId="{0A5CCBC0-23A9-4DE4-AFE1-5938FEE658CF}" destId="{B3224408-80F6-4234-958D-B42987951DDA}" srcOrd="1" destOrd="0" presId="urn:microsoft.com/office/officeart/2005/8/layout/orgChart1"/>
    <dgm:cxn modelId="{99B2A24E-2584-465A-8304-5B1522416555}" type="presParOf" srcId="{0A5CCBC0-23A9-4DE4-AFE1-5938FEE658CF}" destId="{346C0D8F-2D9A-4449-8AC1-06DB06248A70}" srcOrd="2" destOrd="0" presId="urn:microsoft.com/office/officeart/2005/8/layout/orgChart1"/>
    <dgm:cxn modelId="{2530D864-DAD8-4548-93E5-E3351BBBE831}" type="presParOf" srcId="{1ADB84CD-1EBD-4A1C-88D1-8FA9AE8436B2}" destId="{79514610-2515-493E-AEAD-DFBC5697291B}" srcOrd="2" destOrd="0" presId="urn:microsoft.com/office/officeart/2005/8/layout/orgChart1"/>
    <dgm:cxn modelId="{BF047C85-907A-4461-9840-57ED425516EB}" type="presParOf" srcId="{1ADB84CD-1EBD-4A1C-88D1-8FA9AE8436B2}" destId="{1A23132D-4273-4341-A350-E33515D34B72}" srcOrd="3" destOrd="0" presId="urn:microsoft.com/office/officeart/2005/8/layout/orgChart1"/>
    <dgm:cxn modelId="{53DB91D5-6F0C-4F13-91C6-F2CBE6F66855}" type="presParOf" srcId="{1A23132D-4273-4341-A350-E33515D34B72}" destId="{D7D82E3C-9BBE-4708-A9C2-C63F37825DD6}" srcOrd="0" destOrd="0" presId="urn:microsoft.com/office/officeart/2005/8/layout/orgChart1"/>
    <dgm:cxn modelId="{5D2273FB-57A9-4F08-B5E7-857981EA182B}" type="presParOf" srcId="{D7D82E3C-9BBE-4708-A9C2-C63F37825DD6}" destId="{2FD84575-BC1E-44F4-A39D-A6FDABE49830}" srcOrd="0" destOrd="0" presId="urn:microsoft.com/office/officeart/2005/8/layout/orgChart1"/>
    <dgm:cxn modelId="{F1BCF308-51C2-4686-AA45-9F539A145B8B}" type="presParOf" srcId="{D7D82E3C-9BBE-4708-A9C2-C63F37825DD6}" destId="{E3B3F458-7882-4CDA-82EC-65A8852C3EF9}" srcOrd="1" destOrd="0" presId="urn:microsoft.com/office/officeart/2005/8/layout/orgChart1"/>
    <dgm:cxn modelId="{295423E1-E743-4768-BDF0-8CBA87E05E45}" type="presParOf" srcId="{1A23132D-4273-4341-A350-E33515D34B72}" destId="{7CF57CEB-025E-4155-A817-C6280EEA51F8}" srcOrd="1" destOrd="0" presId="urn:microsoft.com/office/officeart/2005/8/layout/orgChart1"/>
    <dgm:cxn modelId="{CFDF5C49-F169-4589-A543-7B9F5F658729}" type="presParOf" srcId="{1A23132D-4273-4341-A350-E33515D34B72}" destId="{F926A662-0C28-4B05-A95B-3FC3CC19ABCC}" srcOrd="2" destOrd="0" presId="urn:microsoft.com/office/officeart/2005/8/layout/orgChart1"/>
    <dgm:cxn modelId="{9F53EACD-3F03-4CDC-8ECE-BEB33AFB48BE}" type="presParOf" srcId="{1ADB84CD-1EBD-4A1C-88D1-8FA9AE8436B2}" destId="{B5032761-594E-47F5-9560-D1F464DED70B}" srcOrd="4" destOrd="0" presId="urn:microsoft.com/office/officeart/2005/8/layout/orgChart1"/>
    <dgm:cxn modelId="{481F6799-9C91-46D9-8DBA-3277604C0E2F}" type="presParOf" srcId="{1ADB84CD-1EBD-4A1C-88D1-8FA9AE8436B2}" destId="{01D9C600-D50F-45DE-BD8D-AC273B9DF612}" srcOrd="5" destOrd="0" presId="urn:microsoft.com/office/officeart/2005/8/layout/orgChart1"/>
    <dgm:cxn modelId="{121AC81E-D749-473D-89CD-D86F314F790B}" type="presParOf" srcId="{01D9C600-D50F-45DE-BD8D-AC273B9DF612}" destId="{5DF32197-679D-4330-8469-EE9093A4A3A8}" srcOrd="0" destOrd="0" presId="urn:microsoft.com/office/officeart/2005/8/layout/orgChart1"/>
    <dgm:cxn modelId="{3232AAB4-5015-4FDC-8BA0-270BB4CA1CF4}" type="presParOf" srcId="{5DF32197-679D-4330-8469-EE9093A4A3A8}" destId="{CB0E5E9B-082E-45F1-8505-49FF0803B19E}" srcOrd="0" destOrd="0" presId="urn:microsoft.com/office/officeart/2005/8/layout/orgChart1"/>
    <dgm:cxn modelId="{19E07CC6-DC3F-4A6E-9BC8-4E46A654D73F}" type="presParOf" srcId="{5DF32197-679D-4330-8469-EE9093A4A3A8}" destId="{8D1FDB89-ADDE-4C9C-8A78-00AA8B52868E}" srcOrd="1" destOrd="0" presId="urn:microsoft.com/office/officeart/2005/8/layout/orgChart1"/>
    <dgm:cxn modelId="{6A4AEB5E-CB39-42D6-85A9-5AEF0A9BB770}" type="presParOf" srcId="{01D9C600-D50F-45DE-BD8D-AC273B9DF612}" destId="{DC2C9965-7E4B-4614-988A-B09F170F8A98}" srcOrd="1" destOrd="0" presId="urn:microsoft.com/office/officeart/2005/8/layout/orgChart1"/>
    <dgm:cxn modelId="{7B6D10B6-B9F4-487D-BDE0-231376E5596B}" type="presParOf" srcId="{01D9C600-D50F-45DE-BD8D-AC273B9DF612}" destId="{8D7B6F03-E51F-48F8-A541-A0B7F2F00FB1}" srcOrd="2" destOrd="0" presId="urn:microsoft.com/office/officeart/2005/8/layout/orgChart1"/>
    <dgm:cxn modelId="{0992F6F3-4CFB-4822-A554-C6F2F5878E59}" type="presParOf" srcId="{1ADB84CD-1EBD-4A1C-88D1-8FA9AE8436B2}" destId="{987345CD-744A-475D-8F76-94E75166AC94}" srcOrd="6" destOrd="0" presId="urn:microsoft.com/office/officeart/2005/8/layout/orgChart1"/>
    <dgm:cxn modelId="{8E995EB6-B1F1-4229-BE49-C71CD9AB956C}" type="presParOf" srcId="{1ADB84CD-1EBD-4A1C-88D1-8FA9AE8436B2}" destId="{DAB5D53D-75D3-4D63-897A-2B3CE90FF573}" srcOrd="7" destOrd="0" presId="urn:microsoft.com/office/officeart/2005/8/layout/orgChart1"/>
    <dgm:cxn modelId="{4D321C88-4466-4D79-A2FE-1E8EDDBA07B9}" type="presParOf" srcId="{DAB5D53D-75D3-4D63-897A-2B3CE90FF573}" destId="{162DE4C7-81BC-4EE2-B635-E772451A5731}" srcOrd="0" destOrd="0" presId="urn:microsoft.com/office/officeart/2005/8/layout/orgChart1"/>
    <dgm:cxn modelId="{E8E6E3ED-DC02-4344-BFA1-93C3037BA192}" type="presParOf" srcId="{162DE4C7-81BC-4EE2-B635-E772451A5731}" destId="{09BEEB9A-51DF-4EB1-A130-17FDA1589E4F}" srcOrd="0" destOrd="0" presId="urn:microsoft.com/office/officeart/2005/8/layout/orgChart1"/>
    <dgm:cxn modelId="{4EA9387A-77DB-4AA9-A58A-B5E216748409}" type="presParOf" srcId="{162DE4C7-81BC-4EE2-B635-E772451A5731}" destId="{0D52BCA9-7172-403D-A58D-E2EE80541B1F}" srcOrd="1" destOrd="0" presId="urn:microsoft.com/office/officeart/2005/8/layout/orgChart1"/>
    <dgm:cxn modelId="{2AF77AF0-AB26-4693-9C60-0EFB3258AC0F}" type="presParOf" srcId="{DAB5D53D-75D3-4D63-897A-2B3CE90FF573}" destId="{113E0233-A0D7-4BD2-90E8-6CFE1E3A50F7}" srcOrd="1" destOrd="0" presId="urn:microsoft.com/office/officeart/2005/8/layout/orgChart1"/>
    <dgm:cxn modelId="{BC9A0250-5411-47C5-9707-28268A7E9894}" type="presParOf" srcId="{DAB5D53D-75D3-4D63-897A-2B3CE90FF573}" destId="{77B6C504-D843-4439-857A-621E29CC3BE0}" srcOrd="2" destOrd="0" presId="urn:microsoft.com/office/officeart/2005/8/layout/orgChart1"/>
    <dgm:cxn modelId="{80BD9BB5-24F1-4298-B841-D148F6BDED52}" type="presParOf" srcId="{1ADB84CD-1EBD-4A1C-88D1-8FA9AE8436B2}" destId="{75DC38CB-7A80-49CD-B625-6329513BECA9}" srcOrd="8" destOrd="0" presId="urn:microsoft.com/office/officeart/2005/8/layout/orgChart1"/>
    <dgm:cxn modelId="{E04CAF31-DAF0-4333-8AD2-A7BFBD49C908}" type="presParOf" srcId="{1ADB84CD-1EBD-4A1C-88D1-8FA9AE8436B2}" destId="{5195F958-15B0-48E9-A8FC-D1E516CB946C}" srcOrd="9" destOrd="0" presId="urn:microsoft.com/office/officeart/2005/8/layout/orgChart1"/>
    <dgm:cxn modelId="{30EBCC12-83F8-4737-A28B-8B02264A291A}" type="presParOf" srcId="{5195F958-15B0-48E9-A8FC-D1E516CB946C}" destId="{1D8E0D6A-89AE-4B2E-BD3F-28A6B5C7F948}" srcOrd="0" destOrd="0" presId="urn:microsoft.com/office/officeart/2005/8/layout/orgChart1"/>
    <dgm:cxn modelId="{AD63B5E4-1B02-4674-899E-75A387111EFF}" type="presParOf" srcId="{1D8E0D6A-89AE-4B2E-BD3F-28A6B5C7F948}" destId="{8564B05C-2B23-4103-9A5F-DA331E55C44C}" srcOrd="0" destOrd="0" presId="urn:microsoft.com/office/officeart/2005/8/layout/orgChart1"/>
    <dgm:cxn modelId="{B6B0574C-DF78-4549-A783-818C5403B015}" type="presParOf" srcId="{1D8E0D6A-89AE-4B2E-BD3F-28A6B5C7F948}" destId="{05AC781A-7D60-48ED-B247-638FDB7B2FAB}" srcOrd="1" destOrd="0" presId="urn:microsoft.com/office/officeart/2005/8/layout/orgChart1"/>
    <dgm:cxn modelId="{7F3FF604-D8B7-4A12-91EA-2C58A9BA718E}" type="presParOf" srcId="{5195F958-15B0-48E9-A8FC-D1E516CB946C}" destId="{4EE741B6-0186-46C0-9F41-519527614E57}" srcOrd="1" destOrd="0" presId="urn:microsoft.com/office/officeart/2005/8/layout/orgChart1"/>
    <dgm:cxn modelId="{5F81FD15-5022-4C6B-AC6B-D87896548126}" type="presParOf" srcId="{5195F958-15B0-48E9-A8FC-D1E516CB946C}" destId="{17AF152F-C444-46F7-BA20-91E4A605B5E8}" srcOrd="2" destOrd="0" presId="urn:microsoft.com/office/officeart/2005/8/layout/orgChart1"/>
    <dgm:cxn modelId="{CC1502E4-D3D6-4405-A332-65F909436EC3}" type="presParOf" srcId="{1ADB84CD-1EBD-4A1C-88D1-8FA9AE8436B2}" destId="{7E47D45E-43D2-4B36-8A28-B06B9AFAC09D}" srcOrd="10" destOrd="0" presId="urn:microsoft.com/office/officeart/2005/8/layout/orgChart1"/>
    <dgm:cxn modelId="{13B4BC7F-5257-404B-A991-8BBAA19CB00F}" type="presParOf" srcId="{1ADB84CD-1EBD-4A1C-88D1-8FA9AE8436B2}" destId="{EB3C610D-A95A-4C74-84FD-39383FC926DD}" srcOrd="11" destOrd="0" presId="urn:microsoft.com/office/officeart/2005/8/layout/orgChart1"/>
    <dgm:cxn modelId="{956A1921-A402-4727-8CC9-9862184E01ED}" type="presParOf" srcId="{EB3C610D-A95A-4C74-84FD-39383FC926DD}" destId="{9A26F2CB-6FB0-4D64-87BA-E2F1CC773890}" srcOrd="0" destOrd="0" presId="urn:microsoft.com/office/officeart/2005/8/layout/orgChart1"/>
    <dgm:cxn modelId="{9FD48D42-5CE0-43E0-9D32-1A4564C64D03}" type="presParOf" srcId="{9A26F2CB-6FB0-4D64-87BA-E2F1CC773890}" destId="{1E709258-BF71-47F9-ADA7-A75AD736CDFB}" srcOrd="0" destOrd="0" presId="urn:microsoft.com/office/officeart/2005/8/layout/orgChart1"/>
    <dgm:cxn modelId="{744C15B8-DEF2-4858-BDFF-458BB2D8EB01}" type="presParOf" srcId="{9A26F2CB-6FB0-4D64-87BA-E2F1CC773890}" destId="{50DDAB3A-A15B-4EDA-8326-002260B5B62F}" srcOrd="1" destOrd="0" presId="urn:microsoft.com/office/officeart/2005/8/layout/orgChart1"/>
    <dgm:cxn modelId="{E92F0A8B-3F17-40A6-BA4D-C70777316008}" type="presParOf" srcId="{EB3C610D-A95A-4C74-84FD-39383FC926DD}" destId="{6D9B68BB-CC56-49F1-B56D-07B878FA9983}" srcOrd="1" destOrd="0" presId="urn:microsoft.com/office/officeart/2005/8/layout/orgChart1"/>
    <dgm:cxn modelId="{C93EAB8F-6CD9-4415-8CEB-A14B2A6F433B}" type="presParOf" srcId="{EB3C610D-A95A-4C74-84FD-39383FC926DD}" destId="{65F11F99-F3ED-4D80-A5E0-58EB349B33E0}" srcOrd="2" destOrd="0" presId="urn:microsoft.com/office/officeart/2005/8/layout/orgChart1"/>
    <dgm:cxn modelId="{7C6D166A-4901-4394-BBCF-949BAE61DA46}" type="presParOf" srcId="{1ADB84CD-1EBD-4A1C-88D1-8FA9AE8436B2}" destId="{5DFED46D-E030-46B6-A427-868A617DDB2A}" srcOrd="12" destOrd="0" presId="urn:microsoft.com/office/officeart/2005/8/layout/orgChart1"/>
    <dgm:cxn modelId="{D2E70B9B-DFB8-423D-93EF-6794678425E1}" type="presParOf" srcId="{1ADB84CD-1EBD-4A1C-88D1-8FA9AE8436B2}" destId="{AF66D56F-BF7E-4A2E-936E-C840798D1CEA}" srcOrd="13" destOrd="0" presId="urn:microsoft.com/office/officeart/2005/8/layout/orgChart1"/>
    <dgm:cxn modelId="{016D0531-1A48-4BEB-9136-5E890AD62D80}" type="presParOf" srcId="{AF66D56F-BF7E-4A2E-936E-C840798D1CEA}" destId="{A34562DC-90AC-4EA8-B4EF-77B1A3D0DE9B}" srcOrd="0" destOrd="0" presId="urn:microsoft.com/office/officeart/2005/8/layout/orgChart1"/>
    <dgm:cxn modelId="{339234B1-17D6-4186-A7A8-BE8FD0C5D7E7}" type="presParOf" srcId="{A34562DC-90AC-4EA8-B4EF-77B1A3D0DE9B}" destId="{6C007DFF-737E-4E68-8C08-94FC86DEFBF9}" srcOrd="0" destOrd="0" presId="urn:microsoft.com/office/officeart/2005/8/layout/orgChart1"/>
    <dgm:cxn modelId="{E1193992-4BD2-4B04-BDA2-06F260D560CB}" type="presParOf" srcId="{A34562DC-90AC-4EA8-B4EF-77B1A3D0DE9B}" destId="{322D9DE0-221C-491B-BBF5-8FE86EE06052}" srcOrd="1" destOrd="0" presId="urn:microsoft.com/office/officeart/2005/8/layout/orgChart1"/>
    <dgm:cxn modelId="{86F36F80-D78D-44B7-B9ED-8504B33D1361}" type="presParOf" srcId="{AF66D56F-BF7E-4A2E-936E-C840798D1CEA}" destId="{AD122F24-C56C-4FDA-936F-65C8F39932EC}" srcOrd="1" destOrd="0" presId="urn:microsoft.com/office/officeart/2005/8/layout/orgChart1"/>
    <dgm:cxn modelId="{70AA040B-13F5-4126-8F13-0A67A64CEF06}" type="presParOf" srcId="{AF66D56F-BF7E-4A2E-936E-C840798D1CEA}" destId="{BC7E5356-5472-4AB1-A3A9-7248B3A6EBD9}" srcOrd="2" destOrd="0" presId="urn:microsoft.com/office/officeart/2005/8/layout/orgChart1"/>
    <dgm:cxn modelId="{0B2DC461-9EA8-4F28-BC52-1BF49E6799A6}" type="presParOf" srcId="{E9938643-A94A-4AB3-8FCE-E3B843DA4ADB}" destId="{B246548F-8DFC-4758-B104-EF6B55EBEE54}" srcOrd="2" destOrd="0" presId="urn:microsoft.com/office/officeart/2005/8/layout/orgChart1"/>
    <dgm:cxn modelId="{6D2E65FE-7169-4CA8-86FD-32DE0833054B}" type="presParOf" srcId="{1FE95AA8-3F79-4A84-B254-25A6D6FC465B}" destId="{439E36EF-63E8-4AC5-9A9F-EDF833472090}" srcOrd="2" destOrd="0" presId="urn:microsoft.com/office/officeart/2005/8/layout/orgChart1"/>
    <dgm:cxn modelId="{5C7F3BFD-7AC5-47C3-B1C9-18C0259F5233}" type="presParOf" srcId="{0D98F0DA-3BF2-40C2-BC76-1F4215A9DD87}" destId="{A01992B3-8992-4DD2-B7DC-B9869B909B7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6794D97-5CDA-4948-939A-6254DBFE8F2E}" type="doc">
      <dgm:prSet loTypeId="urn:microsoft.com/office/officeart/2005/8/layout/orgChart1" loCatId="hierarchy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GB"/>
        </a:p>
      </dgm:t>
    </dgm:pt>
    <dgm:pt modelId="{4BED6A0F-BB08-4E2A-BC26-0CD93FED0F70}">
      <dgm:prSet/>
      <dgm:spPr/>
      <dgm:t>
        <a:bodyPr/>
        <a:lstStyle/>
        <a:p>
          <a:r>
            <a:rPr lang="en-GB" dirty="0"/>
            <a:t>WEBPAGE</a:t>
          </a:r>
        </a:p>
      </dgm:t>
    </dgm:pt>
    <dgm:pt modelId="{8AB4E40A-28CD-46E3-8421-588984BDDC10}" type="parTrans" cxnId="{699B1163-58A1-47E7-9871-D6C86BE5966E}">
      <dgm:prSet/>
      <dgm:spPr/>
      <dgm:t>
        <a:bodyPr/>
        <a:lstStyle/>
        <a:p>
          <a:endParaRPr lang="en-GB"/>
        </a:p>
      </dgm:t>
    </dgm:pt>
    <dgm:pt modelId="{563E28F9-43E2-4FBE-B582-8D60D3A8A7F0}" type="sibTrans" cxnId="{699B1163-58A1-47E7-9871-D6C86BE5966E}">
      <dgm:prSet/>
      <dgm:spPr/>
      <dgm:t>
        <a:bodyPr/>
        <a:lstStyle/>
        <a:p>
          <a:endParaRPr lang="en-GB"/>
        </a:p>
      </dgm:t>
    </dgm:pt>
    <dgm:pt modelId="{1303AEF8-4C49-4749-A42B-9F6ECC3AB1D9}">
      <dgm:prSet/>
      <dgm:spPr/>
      <dgm:t>
        <a:bodyPr/>
        <a:lstStyle/>
        <a:p>
          <a:r>
            <a:rPr lang="en-GB" dirty="0"/>
            <a:t>Main.py</a:t>
          </a:r>
        </a:p>
      </dgm:t>
    </dgm:pt>
    <dgm:pt modelId="{2840AD38-414E-4C42-BF70-4194EEEE27A4}" type="parTrans" cxnId="{EC63C5DF-416A-4B68-AD83-67B61EDE6B02}">
      <dgm:prSet/>
      <dgm:spPr/>
      <dgm:t>
        <a:bodyPr/>
        <a:lstStyle/>
        <a:p>
          <a:endParaRPr lang="en-GB"/>
        </a:p>
      </dgm:t>
    </dgm:pt>
    <dgm:pt modelId="{1CC12FAA-0B2F-46B6-B590-CD941C753823}" type="sibTrans" cxnId="{EC63C5DF-416A-4B68-AD83-67B61EDE6B02}">
      <dgm:prSet/>
      <dgm:spPr/>
      <dgm:t>
        <a:bodyPr/>
        <a:lstStyle/>
        <a:p>
          <a:endParaRPr lang="en-GB"/>
        </a:p>
      </dgm:t>
    </dgm:pt>
    <dgm:pt modelId="{57355EED-DC72-45CC-AD91-28F9C3D6F849}">
      <dgm:prSet/>
      <dgm:spPr/>
      <dgm:t>
        <a:bodyPr/>
        <a:lstStyle/>
        <a:p>
          <a:r>
            <a:rPr lang="en-GB" dirty="0"/>
            <a:t>Enc.py</a:t>
          </a:r>
        </a:p>
      </dgm:t>
    </dgm:pt>
    <dgm:pt modelId="{EEDED55E-3B6D-4873-90F7-4291B83CA67A}" type="parTrans" cxnId="{DF98E2B8-592E-4270-BF72-DB3F8131AEE5}">
      <dgm:prSet/>
      <dgm:spPr/>
      <dgm:t>
        <a:bodyPr/>
        <a:lstStyle/>
        <a:p>
          <a:endParaRPr lang="en-GB"/>
        </a:p>
      </dgm:t>
    </dgm:pt>
    <dgm:pt modelId="{F22F4185-1D93-4FBB-B56A-6717F81E592C}" type="sibTrans" cxnId="{DF98E2B8-592E-4270-BF72-DB3F8131AEE5}">
      <dgm:prSet/>
      <dgm:spPr/>
      <dgm:t>
        <a:bodyPr/>
        <a:lstStyle/>
        <a:p>
          <a:endParaRPr lang="en-GB"/>
        </a:p>
      </dgm:t>
    </dgm:pt>
    <dgm:pt modelId="{CDFD874E-18E2-4DCB-8B95-DBAE38DE65DA}">
      <dgm:prSet/>
      <dgm:spPr/>
      <dgm:t>
        <a:bodyPr/>
        <a:lstStyle/>
        <a:p>
          <a:r>
            <a:rPr lang="en-GB" dirty="0"/>
            <a:t>DB_interface.py</a:t>
          </a:r>
        </a:p>
      </dgm:t>
    </dgm:pt>
    <dgm:pt modelId="{6A550319-86C5-4C5A-8352-348232F82F59}" type="parTrans" cxnId="{A522BC24-0EB6-4AA5-95B6-F1EBD6D085D5}">
      <dgm:prSet/>
      <dgm:spPr/>
      <dgm:t>
        <a:bodyPr/>
        <a:lstStyle/>
        <a:p>
          <a:endParaRPr lang="en-GB"/>
        </a:p>
      </dgm:t>
    </dgm:pt>
    <dgm:pt modelId="{49305E03-67AF-48C4-87CF-0E45CDAE7461}" type="sibTrans" cxnId="{A522BC24-0EB6-4AA5-95B6-F1EBD6D085D5}">
      <dgm:prSet/>
      <dgm:spPr/>
      <dgm:t>
        <a:bodyPr/>
        <a:lstStyle/>
        <a:p>
          <a:endParaRPr lang="en-GB"/>
        </a:p>
      </dgm:t>
    </dgm:pt>
    <dgm:pt modelId="{3EA7C2EE-8364-4760-A3E1-B31E7F2AEC47}">
      <dgm:prSet/>
      <dgm:spPr/>
      <dgm:t>
        <a:bodyPr/>
        <a:lstStyle/>
        <a:p>
          <a:r>
            <a:rPr lang="en-GB" dirty="0"/>
            <a:t>templates</a:t>
          </a:r>
        </a:p>
      </dgm:t>
    </dgm:pt>
    <dgm:pt modelId="{BFAF9377-E52F-48FA-94A9-82C5FA707595}" type="parTrans" cxnId="{AADB3258-B370-4F2A-8AEE-095CDA776FC3}">
      <dgm:prSet/>
      <dgm:spPr/>
      <dgm:t>
        <a:bodyPr/>
        <a:lstStyle/>
        <a:p>
          <a:endParaRPr lang="en-GB"/>
        </a:p>
      </dgm:t>
    </dgm:pt>
    <dgm:pt modelId="{E620614E-98E3-46AB-BF5C-25BDF6273B88}" type="sibTrans" cxnId="{AADB3258-B370-4F2A-8AEE-095CDA776FC3}">
      <dgm:prSet/>
      <dgm:spPr/>
      <dgm:t>
        <a:bodyPr/>
        <a:lstStyle/>
        <a:p>
          <a:endParaRPr lang="en-GB"/>
        </a:p>
      </dgm:t>
    </dgm:pt>
    <dgm:pt modelId="{1A8CBF76-FAA9-4A40-B253-3279C9D55076}">
      <dgm:prSet/>
      <dgm:spPr/>
      <dgm:t>
        <a:bodyPr/>
        <a:lstStyle/>
        <a:p>
          <a:r>
            <a:rPr lang="en-GB" dirty="0"/>
            <a:t>404.Html</a:t>
          </a:r>
        </a:p>
      </dgm:t>
    </dgm:pt>
    <dgm:pt modelId="{74181AE8-DBDE-447F-8F6F-F50D5FCB2DE7}" type="parTrans" cxnId="{62A708D1-32D2-460B-AB78-13DB9C0BF680}">
      <dgm:prSet/>
      <dgm:spPr/>
      <dgm:t>
        <a:bodyPr/>
        <a:lstStyle/>
        <a:p>
          <a:endParaRPr lang="en-GB"/>
        </a:p>
      </dgm:t>
    </dgm:pt>
    <dgm:pt modelId="{C3D79545-F3CF-4B32-87B3-E05943FCF43A}" type="sibTrans" cxnId="{62A708D1-32D2-460B-AB78-13DB9C0BF680}">
      <dgm:prSet/>
      <dgm:spPr/>
      <dgm:t>
        <a:bodyPr/>
        <a:lstStyle/>
        <a:p>
          <a:endParaRPr lang="en-GB"/>
        </a:p>
      </dgm:t>
    </dgm:pt>
    <dgm:pt modelId="{A7AAA0CA-8698-4CC9-A815-E0FD8783F80C}">
      <dgm:prSet/>
      <dgm:spPr/>
      <dgm:t>
        <a:bodyPr/>
        <a:lstStyle/>
        <a:p>
          <a:r>
            <a:rPr lang="en-GB" dirty="0"/>
            <a:t>adminPage.html</a:t>
          </a:r>
        </a:p>
      </dgm:t>
    </dgm:pt>
    <dgm:pt modelId="{427BEA18-689E-4EC6-9756-84CBC691BEAF}" type="parTrans" cxnId="{6B92130A-DF8C-4980-A83C-953049FABBC4}">
      <dgm:prSet/>
      <dgm:spPr/>
      <dgm:t>
        <a:bodyPr/>
        <a:lstStyle/>
        <a:p>
          <a:endParaRPr lang="en-GB"/>
        </a:p>
      </dgm:t>
    </dgm:pt>
    <dgm:pt modelId="{5C01581D-A1C9-4219-AB43-652A1EB154F5}" type="sibTrans" cxnId="{6B92130A-DF8C-4980-A83C-953049FABBC4}">
      <dgm:prSet/>
      <dgm:spPr/>
      <dgm:t>
        <a:bodyPr/>
        <a:lstStyle/>
        <a:p>
          <a:endParaRPr lang="en-GB"/>
        </a:p>
      </dgm:t>
    </dgm:pt>
    <dgm:pt modelId="{5914D528-E95D-4BC3-ABD7-B9008CE407E4}">
      <dgm:prSet/>
      <dgm:spPr/>
      <dgm:t>
        <a:bodyPr/>
        <a:lstStyle/>
        <a:p>
          <a:r>
            <a:rPr lang="en-GB" dirty="0"/>
            <a:t>Login.html</a:t>
          </a:r>
        </a:p>
      </dgm:t>
    </dgm:pt>
    <dgm:pt modelId="{4E0AFF94-121F-4B9F-A8D5-AF8980F1A32D}" type="parTrans" cxnId="{00E4E8B6-BCBE-499D-8E14-A35A59DD7F1C}">
      <dgm:prSet/>
      <dgm:spPr/>
      <dgm:t>
        <a:bodyPr/>
        <a:lstStyle/>
        <a:p>
          <a:endParaRPr lang="en-GB"/>
        </a:p>
      </dgm:t>
    </dgm:pt>
    <dgm:pt modelId="{AC96BB62-221D-40CA-9F95-D2066E60B7CA}" type="sibTrans" cxnId="{00E4E8B6-BCBE-499D-8E14-A35A59DD7F1C}">
      <dgm:prSet/>
      <dgm:spPr/>
      <dgm:t>
        <a:bodyPr/>
        <a:lstStyle/>
        <a:p>
          <a:endParaRPr lang="en-GB"/>
        </a:p>
      </dgm:t>
    </dgm:pt>
    <dgm:pt modelId="{B150EE29-386E-4D9E-974B-87BEE61FE199}">
      <dgm:prSet/>
      <dgm:spPr/>
      <dgm:t>
        <a:bodyPr/>
        <a:lstStyle/>
        <a:p>
          <a:r>
            <a:rPr lang="en-GB" dirty="0"/>
            <a:t>studentPage.html</a:t>
          </a:r>
        </a:p>
      </dgm:t>
    </dgm:pt>
    <dgm:pt modelId="{11BEF303-EEA4-40E8-BAE9-2D8293B42253}" type="parTrans" cxnId="{322EF5F6-B2C7-4482-B571-40D96F60A730}">
      <dgm:prSet/>
      <dgm:spPr/>
      <dgm:t>
        <a:bodyPr/>
        <a:lstStyle/>
        <a:p>
          <a:endParaRPr lang="en-GB"/>
        </a:p>
      </dgm:t>
    </dgm:pt>
    <dgm:pt modelId="{2DD66A49-CE4C-42C7-A9EA-E15AA08D26AB}" type="sibTrans" cxnId="{322EF5F6-B2C7-4482-B571-40D96F60A730}">
      <dgm:prSet/>
      <dgm:spPr/>
      <dgm:t>
        <a:bodyPr/>
        <a:lstStyle/>
        <a:p>
          <a:endParaRPr lang="en-GB"/>
        </a:p>
      </dgm:t>
    </dgm:pt>
    <dgm:pt modelId="{D05224BB-2BD4-4BE9-BF0E-BE4C73F9F218}">
      <dgm:prSet/>
      <dgm:spPr/>
      <dgm:t>
        <a:bodyPr/>
        <a:lstStyle/>
        <a:p>
          <a:r>
            <a:rPr lang="en-GB" dirty="0"/>
            <a:t>teacherPage.html</a:t>
          </a:r>
        </a:p>
      </dgm:t>
    </dgm:pt>
    <dgm:pt modelId="{F7771F08-F969-4723-9AB5-009D37AE014B}" type="parTrans" cxnId="{D1A630AF-453F-4C7F-AD8A-69B1834168D0}">
      <dgm:prSet/>
      <dgm:spPr/>
      <dgm:t>
        <a:bodyPr/>
        <a:lstStyle/>
        <a:p>
          <a:endParaRPr lang="en-GB"/>
        </a:p>
      </dgm:t>
    </dgm:pt>
    <dgm:pt modelId="{3CC9C4D7-0752-4238-90B5-02F8891EC9B4}" type="sibTrans" cxnId="{D1A630AF-453F-4C7F-AD8A-69B1834168D0}">
      <dgm:prSet/>
      <dgm:spPr/>
      <dgm:t>
        <a:bodyPr/>
        <a:lstStyle/>
        <a:p>
          <a:endParaRPr lang="en-GB"/>
        </a:p>
      </dgm:t>
    </dgm:pt>
    <dgm:pt modelId="{6EFF766A-6375-4385-9CEA-49C920E06871}">
      <dgm:prSet/>
      <dgm:spPr/>
      <dgm:t>
        <a:bodyPr/>
        <a:lstStyle/>
        <a:p>
          <a:r>
            <a:rPr lang="en-GB" dirty="0"/>
            <a:t>Sub</a:t>
          </a:r>
        </a:p>
      </dgm:t>
    </dgm:pt>
    <dgm:pt modelId="{9EDA4DD4-FB26-49A4-9370-1BE79E04B67E}" type="parTrans" cxnId="{2449DDDC-D6F9-4AB2-B4B4-A3A7B35C99D5}">
      <dgm:prSet/>
      <dgm:spPr/>
      <dgm:t>
        <a:bodyPr/>
        <a:lstStyle/>
        <a:p>
          <a:endParaRPr lang="en-GB"/>
        </a:p>
      </dgm:t>
    </dgm:pt>
    <dgm:pt modelId="{9670423D-DDF9-4FEA-B9ED-CA7EBC1CE791}" type="sibTrans" cxnId="{2449DDDC-D6F9-4AB2-B4B4-A3A7B35C99D5}">
      <dgm:prSet/>
      <dgm:spPr/>
      <dgm:t>
        <a:bodyPr/>
        <a:lstStyle/>
        <a:p>
          <a:endParaRPr lang="en-GB"/>
        </a:p>
      </dgm:t>
    </dgm:pt>
    <dgm:pt modelId="{61CE35BC-1AC7-4F7E-8E59-42973A820E88}">
      <dgm:prSet/>
      <dgm:spPr/>
      <dgm:t>
        <a:bodyPr/>
        <a:lstStyle/>
        <a:p>
          <a:r>
            <a:rPr lang="en-GB" dirty="0"/>
            <a:t>adminAddAccount.html</a:t>
          </a:r>
        </a:p>
      </dgm:t>
    </dgm:pt>
    <dgm:pt modelId="{2E1183F9-1E1B-40B1-80B9-D389D885FCA4}" type="parTrans" cxnId="{691A2E08-75CF-4768-9265-BA0AED1A1226}">
      <dgm:prSet/>
      <dgm:spPr/>
      <dgm:t>
        <a:bodyPr/>
        <a:lstStyle/>
        <a:p>
          <a:endParaRPr lang="en-GB"/>
        </a:p>
      </dgm:t>
    </dgm:pt>
    <dgm:pt modelId="{7A9692F1-A872-44B2-8F83-63A735A49D2B}" type="sibTrans" cxnId="{691A2E08-75CF-4768-9265-BA0AED1A1226}">
      <dgm:prSet/>
      <dgm:spPr/>
      <dgm:t>
        <a:bodyPr/>
        <a:lstStyle/>
        <a:p>
          <a:endParaRPr lang="en-GB"/>
        </a:p>
      </dgm:t>
    </dgm:pt>
    <dgm:pt modelId="{A5E7B7AA-D1FC-4B5A-A302-EDF64BE97C01}">
      <dgm:prSet/>
      <dgm:spPr/>
      <dgm:t>
        <a:bodyPr/>
        <a:lstStyle/>
        <a:p>
          <a:r>
            <a:rPr lang="en-GB" dirty="0"/>
            <a:t>adminRemoveAccount.html</a:t>
          </a:r>
        </a:p>
      </dgm:t>
    </dgm:pt>
    <dgm:pt modelId="{A8E95B26-EAE5-467D-B3A8-57DFF193016E}" type="parTrans" cxnId="{E68040ED-EF99-4517-B621-1B4C2A7FC671}">
      <dgm:prSet/>
      <dgm:spPr/>
      <dgm:t>
        <a:bodyPr/>
        <a:lstStyle/>
        <a:p>
          <a:endParaRPr lang="en-GB"/>
        </a:p>
      </dgm:t>
    </dgm:pt>
    <dgm:pt modelId="{D4B6EC0B-611C-4CD3-A20A-236C5361A8BD}" type="sibTrans" cxnId="{E68040ED-EF99-4517-B621-1B4C2A7FC671}">
      <dgm:prSet/>
      <dgm:spPr/>
      <dgm:t>
        <a:bodyPr/>
        <a:lstStyle/>
        <a:p>
          <a:endParaRPr lang="en-GB"/>
        </a:p>
      </dgm:t>
    </dgm:pt>
    <dgm:pt modelId="{C84C8939-C03F-4CFE-BBDD-34A61C46B275}">
      <dgm:prSet/>
      <dgm:spPr/>
      <dgm:t>
        <a:bodyPr/>
        <a:lstStyle/>
        <a:p>
          <a:r>
            <a:rPr lang="en-GB" dirty="0"/>
            <a:t>adminSQLqury.html</a:t>
          </a:r>
        </a:p>
      </dgm:t>
    </dgm:pt>
    <dgm:pt modelId="{7DF5870D-57AF-42B8-AB81-C43DEA0D2490}" type="parTrans" cxnId="{5CE7CC5D-5770-4C47-8B5F-FB9D2CE3F409}">
      <dgm:prSet/>
      <dgm:spPr/>
      <dgm:t>
        <a:bodyPr/>
        <a:lstStyle/>
        <a:p>
          <a:endParaRPr lang="en-GB"/>
        </a:p>
      </dgm:t>
    </dgm:pt>
    <dgm:pt modelId="{CF22DD66-42D9-4162-A0AB-70D86EC86973}" type="sibTrans" cxnId="{5CE7CC5D-5770-4C47-8B5F-FB9D2CE3F409}">
      <dgm:prSet/>
      <dgm:spPr/>
      <dgm:t>
        <a:bodyPr/>
        <a:lstStyle/>
        <a:p>
          <a:endParaRPr lang="en-GB"/>
        </a:p>
      </dgm:t>
    </dgm:pt>
    <dgm:pt modelId="{FA086F40-FC15-423D-A576-AD76EE9E014C}">
      <dgm:prSet/>
      <dgm:spPr/>
      <dgm:t>
        <a:bodyPr/>
        <a:lstStyle/>
        <a:p>
          <a:r>
            <a:rPr lang="en-GB" dirty="0"/>
            <a:t>teacherTiles.html</a:t>
          </a:r>
        </a:p>
      </dgm:t>
    </dgm:pt>
    <dgm:pt modelId="{03A1C163-6CAF-4E61-B88A-6DB0A43D6DE1}" type="parTrans" cxnId="{FB109574-DF54-45DF-B8A8-B7C4BE382F7C}">
      <dgm:prSet/>
      <dgm:spPr/>
      <dgm:t>
        <a:bodyPr/>
        <a:lstStyle/>
        <a:p>
          <a:endParaRPr lang="en-GB"/>
        </a:p>
      </dgm:t>
    </dgm:pt>
    <dgm:pt modelId="{C80BC1B5-CD50-4ABB-822C-411783C0E90E}" type="sibTrans" cxnId="{FB109574-DF54-45DF-B8A8-B7C4BE382F7C}">
      <dgm:prSet/>
      <dgm:spPr/>
      <dgm:t>
        <a:bodyPr/>
        <a:lstStyle/>
        <a:p>
          <a:endParaRPr lang="en-GB"/>
        </a:p>
      </dgm:t>
    </dgm:pt>
    <dgm:pt modelId="{2289F604-608C-4105-B3ED-A88D5FD6FE83}">
      <dgm:prSet/>
      <dgm:spPr/>
      <dgm:t>
        <a:bodyPr/>
        <a:lstStyle/>
        <a:p>
          <a:r>
            <a:rPr lang="en-GB" dirty="0"/>
            <a:t>teacherList.html</a:t>
          </a:r>
        </a:p>
      </dgm:t>
    </dgm:pt>
    <dgm:pt modelId="{17E65CDD-2BF9-47EB-91D9-04DA8AE5189A}" type="parTrans" cxnId="{00B306C5-9988-4F0F-B04A-B1BCF3F1AD48}">
      <dgm:prSet/>
      <dgm:spPr/>
      <dgm:t>
        <a:bodyPr/>
        <a:lstStyle/>
        <a:p>
          <a:endParaRPr lang="en-GB"/>
        </a:p>
      </dgm:t>
    </dgm:pt>
    <dgm:pt modelId="{87605901-06F3-43B3-B1E9-932317863B2A}" type="sibTrans" cxnId="{00B306C5-9988-4F0F-B04A-B1BCF3F1AD48}">
      <dgm:prSet/>
      <dgm:spPr/>
      <dgm:t>
        <a:bodyPr/>
        <a:lstStyle/>
        <a:p>
          <a:endParaRPr lang="en-GB"/>
        </a:p>
      </dgm:t>
    </dgm:pt>
    <dgm:pt modelId="{7D456D68-7760-49FD-8A26-340A576086E1}">
      <dgm:prSet/>
      <dgm:spPr/>
      <dgm:t>
        <a:bodyPr/>
        <a:lstStyle/>
        <a:p>
          <a:r>
            <a:rPr lang="en-GB" dirty="0"/>
            <a:t>Static</a:t>
          </a:r>
        </a:p>
      </dgm:t>
    </dgm:pt>
    <dgm:pt modelId="{21534893-2AD4-4719-9614-876FBAE571B3}" type="parTrans" cxnId="{9FE23E00-2069-4CF7-B4CF-EF942380099A}">
      <dgm:prSet/>
      <dgm:spPr/>
      <dgm:t>
        <a:bodyPr/>
        <a:lstStyle/>
        <a:p>
          <a:endParaRPr lang="en-GB"/>
        </a:p>
      </dgm:t>
    </dgm:pt>
    <dgm:pt modelId="{11EF9DD4-B599-4F3C-B53D-0D89A0AD7E9C}" type="sibTrans" cxnId="{9FE23E00-2069-4CF7-B4CF-EF942380099A}">
      <dgm:prSet/>
      <dgm:spPr/>
      <dgm:t>
        <a:bodyPr/>
        <a:lstStyle/>
        <a:p>
          <a:endParaRPr lang="en-GB"/>
        </a:p>
      </dgm:t>
    </dgm:pt>
    <dgm:pt modelId="{15987543-3AB7-4C8B-A248-23BA75CD3E29}">
      <dgm:prSet/>
      <dgm:spPr/>
      <dgm:t>
        <a:bodyPr/>
        <a:lstStyle/>
        <a:p>
          <a:r>
            <a:rPr lang="en-GB" dirty="0" err="1"/>
            <a:t>Img</a:t>
          </a:r>
          <a:endParaRPr lang="en-GB" dirty="0"/>
        </a:p>
      </dgm:t>
    </dgm:pt>
    <dgm:pt modelId="{049A416E-E7B1-4C70-8E3F-82FC4473D626}" type="parTrans" cxnId="{FB410180-8F05-4506-A4CF-D02667C341CE}">
      <dgm:prSet/>
      <dgm:spPr/>
      <dgm:t>
        <a:bodyPr/>
        <a:lstStyle/>
        <a:p>
          <a:endParaRPr lang="en-GB"/>
        </a:p>
      </dgm:t>
    </dgm:pt>
    <dgm:pt modelId="{CB86248A-CAA9-4F2D-AB7C-3AF0201AA039}" type="sibTrans" cxnId="{FB410180-8F05-4506-A4CF-D02667C341CE}">
      <dgm:prSet/>
      <dgm:spPr/>
      <dgm:t>
        <a:bodyPr/>
        <a:lstStyle/>
        <a:p>
          <a:endParaRPr lang="en-GB"/>
        </a:p>
      </dgm:t>
    </dgm:pt>
    <dgm:pt modelId="{95775FFE-18AB-43E8-8730-FC2F96EA65AA}">
      <dgm:prSet/>
      <dgm:spPr/>
      <dgm:t>
        <a:bodyPr/>
        <a:lstStyle/>
        <a:p>
          <a:r>
            <a:rPr lang="en-GB" dirty="0" err="1"/>
            <a:t>js</a:t>
          </a:r>
          <a:endParaRPr lang="en-GB" dirty="0"/>
        </a:p>
      </dgm:t>
    </dgm:pt>
    <dgm:pt modelId="{E2E43852-4623-4D16-B5CE-15ED9748626F}" type="parTrans" cxnId="{76224ED7-E714-477D-9F88-4FC1DBC82AF1}">
      <dgm:prSet/>
      <dgm:spPr/>
      <dgm:t>
        <a:bodyPr/>
        <a:lstStyle/>
        <a:p>
          <a:endParaRPr lang="en-GB"/>
        </a:p>
      </dgm:t>
    </dgm:pt>
    <dgm:pt modelId="{8D94A7FB-B90E-4688-AF6E-C5F183B897E1}" type="sibTrans" cxnId="{76224ED7-E714-477D-9F88-4FC1DBC82AF1}">
      <dgm:prSet/>
      <dgm:spPr/>
      <dgm:t>
        <a:bodyPr/>
        <a:lstStyle/>
        <a:p>
          <a:endParaRPr lang="en-GB"/>
        </a:p>
      </dgm:t>
    </dgm:pt>
    <dgm:pt modelId="{812193B6-4634-456E-BFCF-844825E2AFE2}">
      <dgm:prSet/>
      <dgm:spPr/>
      <dgm:t>
        <a:bodyPr/>
        <a:lstStyle/>
        <a:p>
          <a:r>
            <a:rPr lang="en-GB" dirty="0"/>
            <a:t>style-(all html pages).css</a:t>
          </a:r>
        </a:p>
      </dgm:t>
    </dgm:pt>
    <dgm:pt modelId="{52C1A70D-286B-44C1-8FF8-D18750AAA522}" type="parTrans" cxnId="{C871E68F-637C-403A-AAFB-46872D7177C1}">
      <dgm:prSet/>
      <dgm:spPr/>
      <dgm:t>
        <a:bodyPr/>
        <a:lstStyle/>
        <a:p>
          <a:endParaRPr lang="en-GB"/>
        </a:p>
      </dgm:t>
    </dgm:pt>
    <dgm:pt modelId="{5B619F6C-153C-4960-8E52-6D382064951E}" type="sibTrans" cxnId="{C871E68F-637C-403A-AAFB-46872D7177C1}">
      <dgm:prSet/>
      <dgm:spPr/>
      <dgm:t>
        <a:bodyPr/>
        <a:lstStyle/>
        <a:p>
          <a:endParaRPr lang="en-GB"/>
        </a:p>
      </dgm:t>
    </dgm:pt>
    <dgm:pt modelId="{88444CF3-8F25-461A-8811-DAC7C0926449}">
      <dgm:prSet/>
      <dgm:spPr/>
      <dgm:t>
        <a:bodyPr/>
        <a:lstStyle/>
        <a:p>
          <a:r>
            <a:rPr lang="en-GB" dirty="0"/>
            <a:t>Change password</a:t>
          </a:r>
        </a:p>
      </dgm:t>
    </dgm:pt>
    <dgm:pt modelId="{CC435BBE-6DB4-4A60-AA60-F264A6D8D47E}" type="parTrans" cxnId="{23356064-A605-442E-8662-46766E1C527F}">
      <dgm:prSet/>
      <dgm:spPr/>
      <dgm:t>
        <a:bodyPr/>
        <a:lstStyle/>
        <a:p>
          <a:endParaRPr lang="en-GB"/>
        </a:p>
      </dgm:t>
    </dgm:pt>
    <dgm:pt modelId="{32591399-DE75-459D-9974-E7A9F4C024AB}" type="sibTrans" cxnId="{23356064-A605-442E-8662-46766E1C527F}">
      <dgm:prSet/>
      <dgm:spPr/>
      <dgm:t>
        <a:bodyPr/>
        <a:lstStyle/>
        <a:p>
          <a:endParaRPr lang="en-GB"/>
        </a:p>
      </dgm:t>
    </dgm:pt>
    <dgm:pt modelId="{2958B479-3738-4235-8378-6EBB429DF423}">
      <dgm:prSet/>
      <dgm:spPr/>
      <dgm:t>
        <a:bodyPr/>
        <a:lstStyle/>
        <a:p>
          <a:r>
            <a:rPr lang="en-GB" dirty="0"/>
            <a:t>Get location</a:t>
          </a:r>
        </a:p>
      </dgm:t>
    </dgm:pt>
    <dgm:pt modelId="{65EE72DC-B07C-44FB-9FC6-28E98871D406}" type="parTrans" cxnId="{12F2DBB9-3B66-4CDE-98DA-53DE703C5374}">
      <dgm:prSet/>
      <dgm:spPr/>
      <dgm:t>
        <a:bodyPr/>
        <a:lstStyle/>
        <a:p>
          <a:endParaRPr lang="en-GB"/>
        </a:p>
      </dgm:t>
    </dgm:pt>
    <dgm:pt modelId="{CAEB04AC-3259-4915-A0BC-1594DF369FE3}" type="sibTrans" cxnId="{12F2DBB9-3B66-4CDE-98DA-53DE703C5374}">
      <dgm:prSet/>
      <dgm:spPr/>
      <dgm:t>
        <a:bodyPr/>
        <a:lstStyle/>
        <a:p>
          <a:endParaRPr lang="en-GB"/>
        </a:p>
      </dgm:t>
    </dgm:pt>
    <dgm:pt modelId="{69532D0F-B830-4759-AB93-E316E16D9A2B}">
      <dgm:prSet/>
      <dgm:spPr/>
      <dgm:t>
        <a:bodyPr/>
        <a:lstStyle/>
        <a:p>
          <a:endParaRPr lang="en-GB" dirty="0"/>
        </a:p>
      </dgm:t>
    </dgm:pt>
    <dgm:pt modelId="{DA071854-792E-4BC7-8CB9-BD7A9528F119}" type="parTrans" cxnId="{BD8A6CDF-9862-42A8-8EF2-E7500C1C9F33}">
      <dgm:prSet/>
      <dgm:spPr/>
      <dgm:t>
        <a:bodyPr/>
        <a:lstStyle/>
        <a:p>
          <a:endParaRPr lang="en-GB"/>
        </a:p>
      </dgm:t>
    </dgm:pt>
    <dgm:pt modelId="{D39C9831-6F80-4872-8D89-3DA35DE92A76}" type="sibTrans" cxnId="{BD8A6CDF-9862-42A8-8EF2-E7500C1C9F33}">
      <dgm:prSet/>
      <dgm:spPr/>
      <dgm:t>
        <a:bodyPr/>
        <a:lstStyle/>
        <a:p>
          <a:endParaRPr lang="en-GB"/>
        </a:p>
      </dgm:t>
    </dgm:pt>
    <dgm:pt modelId="{F3D953A5-9C62-4316-B0E8-BDFC2BADA4F5}">
      <dgm:prSet/>
      <dgm:spPr/>
      <dgm:t>
        <a:bodyPr/>
        <a:lstStyle/>
        <a:p>
          <a:r>
            <a:rPr lang="en-GB" dirty="0"/>
            <a:t>None.png</a:t>
          </a:r>
        </a:p>
      </dgm:t>
    </dgm:pt>
    <dgm:pt modelId="{954A4F30-AB58-48EE-8870-8A7A420D0042}" type="parTrans" cxnId="{6B16341D-6A36-43D1-8F46-CE09FB8A7BF6}">
      <dgm:prSet/>
      <dgm:spPr/>
      <dgm:t>
        <a:bodyPr/>
        <a:lstStyle/>
        <a:p>
          <a:endParaRPr lang="en-GB"/>
        </a:p>
      </dgm:t>
    </dgm:pt>
    <dgm:pt modelId="{E9CDC304-A7E8-4E90-9D5D-54F4ED4FE560}" type="sibTrans" cxnId="{6B16341D-6A36-43D1-8F46-CE09FB8A7BF6}">
      <dgm:prSet/>
      <dgm:spPr/>
      <dgm:t>
        <a:bodyPr/>
        <a:lstStyle/>
        <a:p>
          <a:endParaRPr lang="en-GB"/>
        </a:p>
      </dgm:t>
    </dgm:pt>
    <dgm:pt modelId="{4F100580-B124-4E8C-9F2E-0A481BA457D4}">
      <dgm:prSet/>
      <dgm:spPr/>
      <dgm:t>
        <a:bodyPr/>
        <a:lstStyle/>
        <a:p>
          <a:r>
            <a:rPr lang="en-GB" dirty="0"/>
            <a:t>Faces</a:t>
          </a:r>
        </a:p>
      </dgm:t>
    </dgm:pt>
    <dgm:pt modelId="{FE6B5C57-C10D-44D0-B09A-49165D31B616}" type="parTrans" cxnId="{D44AE5BD-579D-4A16-8537-D75A4EA4F240}">
      <dgm:prSet/>
      <dgm:spPr/>
      <dgm:t>
        <a:bodyPr/>
        <a:lstStyle/>
        <a:p>
          <a:endParaRPr lang="en-GB"/>
        </a:p>
      </dgm:t>
    </dgm:pt>
    <dgm:pt modelId="{9E487BFB-2882-4C49-8E48-11FCBC9F730C}" type="sibTrans" cxnId="{D44AE5BD-579D-4A16-8537-D75A4EA4F240}">
      <dgm:prSet/>
      <dgm:spPr/>
      <dgm:t>
        <a:bodyPr/>
        <a:lstStyle/>
        <a:p>
          <a:endParaRPr lang="en-GB"/>
        </a:p>
      </dgm:t>
    </dgm:pt>
    <dgm:pt modelId="{682EF0B1-87C3-447F-99BB-066B7E968502}">
      <dgm:prSet/>
      <dgm:spPr/>
      <dgm:t>
        <a:bodyPr/>
        <a:lstStyle/>
        <a:p>
          <a:r>
            <a:rPr lang="en-GB" dirty="0"/>
            <a:t>Pupil </a:t>
          </a:r>
          <a:r>
            <a:rPr lang="en-GB" dirty="0" err="1"/>
            <a:t>img</a:t>
          </a:r>
          <a:r>
            <a:rPr lang="en-GB" dirty="0"/>
            <a:t> </a:t>
          </a:r>
        </a:p>
      </dgm:t>
    </dgm:pt>
    <dgm:pt modelId="{398281E1-DA63-4127-ACD9-18EFFA9463AC}" type="parTrans" cxnId="{FF5A7311-FBD5-45B3-B28E-F983E9C30204}">
      <dgm:prSet/>
      <dgm:spPr/>
      <dgm:t>
        <a:bodyPr/>
        <a:lstStyle/>
        <a:p>
          <a:endParaRPr lang="en-GB"/>
        </a:p>
      </dgm:t>
    </dgm:pt>
    <dgm:pt modelId="{CC99E670-1B97-4278-A6DD-E1BB71FA5A84}" type="sibTrans" cxnId="{FF5A7311-FBD5-45B3-B28E-F983E9C30204}">
      <dgm:prSet/>
      <dgm:spPr/>
      <dgm:t>
        <a:bodyPr/>
        <a:lstStyle/>
        <a:p>
          <a:endParaRPr lang="en-GB"/>
        </a:p>
      </dgm:t>
    </dgm:pt>
    <dgm:pt modelId="{C52C1204-505E-4C89-B5A7-BF65DF1103BE}" type="pres">
      <dgm:prSet presAssocID="{76794D97-5CDA-4948-939A-6254DBFE8F2E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13E4A8E8-7135-4DD9-AE82-42E87D2644F3}" type="pres">
      <dgm:prSet presAssocID="{4BED6A0F-BB08-4E2A-BC26-0CD93FED0F70}" presName="hierRoot1" presStyleCnt="0">
        <dgm:presLayoutVars>
          <dgm:hierBranch val="init"/>
        </dgm:presLayoutVars>
      </dgm:prSet>
      <dgm:spPr/>
    </dgm:pt>
    <dgm:pt modelId="{3CE52087-824D-461D-BB0A-D661EAEA20FC}" type="pres">
      <dgm:prSet presAssocID="{4BED6A0F-BB08-4E2A-BC26-0CD93FED0F70}" presName="rootComposite1" presStyleCnt="0"/>
      <dgm:spPr/>
    </dgm:pt>
    <dgm:pt modelId="{EEEA3F0C-01D6-4490-A4A4-89EC21E610E3}" type="pres">
      <dgm:prSet presAssocID="{4BED6A0F-BB08-4E2A-BC26-0CD93FED0F70}" presName="rootText1" presStyleLbl="node0" presStyleIdx="0" presStyleCnt="1">
        <dgm:presLayoutVars>
          <dgm:chPref val="3"/>
        </dgm:presLayoutVars>
      </dgm:prSet>
      <dgm:spPr/>
    </dgm:pt>
    <dgm:pt modelId="{79C05FA6-AF8D-49C0-A1D4-D341040EE0EC}" type="pres">
      <dgm:prSet presAssocID="{4BED6A0F-BB08-4E2A-BC26-0CD93FED0F70}" presName="rootConnector1" presStyleLbl="node1" presStyleIdx="0" presStyleCnt="0"/>
      <dgm:spPr/>
    </dgm:pt>
    <dgm:pt modelId="{488D309E-DE97-4718-AE37-24808793BC4C}" type="pres">
      <dgm:prSet presAssocID="{4BED6A0F-BB08-4E2A-BC26-0CD93FED0F70}" presName="hierChild2" presStyleCnt="0"/>
      <dgm:spPr/>
    </dgm:pt>
    <dgm:pt modelId="{C631F7F8-D5BC-4100-ABF9-542B71A431CF}" type="pres">
      <dgm:prSet presAssocID="{2840AD38-414E-4C42-BF70-4194EEEE27A4}" presName="Name37" presStyleLbl="parChTrans1D2" presStyleIdx="0" presStyleCnt="5"/>
      <dgm:spPr/>
    </dgm:pt>
    <dgm:pt modelId="{47565371-7818-415F-8516-3E3684722CC2}" type="pres">
      <dgm:prSet presAssocID="{1303AEF8-4C49-4749-A42B-9F6ECC3AB1D9}" presName="hierRoot2" presStyleCnt="0">
        <dgm:presLayoutVars>
          <dgm:hierBranch val="init"/>
        </dgm:presLayoutVars>
      </dgm:prSet>
      <dgm:spPr/>
    </dgm:pt>
    <dgm:pt modelId="{FDDA2F62-3A93-4C69-A7C6-073B38C19925}" type="pres">
      <dgm:prSet presAssocID="{1303AEF8-4C49-4749-A42B-9F6ECC3AB1D9}" presName="rootComposite" presStyleCnt="0"/>
      <dgm:spPr/>
    </dgm:pt>
    <dgm:pt modelId="{BD7E204D-CED3-4371-8109-2DBDB7BCBDED}" type="pres">
      <dgm:prSet presAssocID="{1303AEF8-4C49-4749-A42B-9F6ECC3AB1D9}" presName="rootText" presStyleLbl="node2" presStyleIdx="0" presStyleCnt="5">
        <dgm:presLayoutVars>
          <dgm:chPref val="3"/>
        </dgm:presLayoutVars>
      </dgm:prSet>
      <dgm:spPr/>
    </dgm:pt>
    <dgm:pt modelId="{F5FC3701-068F-49F4-B05D-D76952DF7F42}" type="pres">
      <dgm:prSet presAssocID="{1303AEF8-4C49-4749-A42B-9F6ECC3AB1D9}" presName="rootConnector" presStyleLbl="node2" presStyleIdx="0" presStyleCnt="5"/>
      <dgm:spPr/>
    </dgm:pt>
    <dgm:pt modelId="{4358950C-F3F5-43A5-A578-CAE5B830BBD0}" type="pres">
      <dgm:prSet presAssocID="{1303AEF8-4C49-4749-A42B-9F6ECC3AB1D9}" presName="hierChild4" presStyleCnt="0"/>
      <dgm:spPr/>
    </dgm:pt>
    <dgm:pt modelId="{CEA36483-B866-430B-9E84-F7C5D6A1EE84}" type="pres">
      <dgm:prSet presAssocID="{1303AEF8-4C49-4749-A42B-9F6ECC3AB1D9}" presName="hierChild5" presStyleCnt="0"/>
      <dgm:spPr/>
    </dgm:pt>
    <dgm:pt modelId="{CD89F70F-6420-47C7-A95F-8E7032F2EBD2}" type="pres">
      <dgm:prSet presAssocID="{EEDED55E-3B6D-4873-90F7-4291B83CA67A}" presName="Name37" presStyleLbl="parChTrans1D2" presStyleIdx="1" presStyleCnt="5"/>
      <dgm:spPr/>
    </dgm:pt>
    <dgm:pt modelId="{99A64CFD-174F-45EE-A93C-0FF715E1C28E}" type="pres">
      <dgm:prSet presAssocID="{57355EED-DC72-45CC-AD91-28F9C3D6F849}" presName="hierRoot2" presStyleCnt="0">
        <dgm:presLayoutVars>
          <dgm:hierBranch val="init"/>
        </dgm:presLayoutVars>
      </dgm:prSet>
      <dgm:spPr/>
    </dgm:pt>
    <dgm:pt modelId="{ABB37E6E-7749-4056-861A-A8E907E2B859}" type="pres">
      <dgm:prSet presAssocID="{57355EED-DC72-45CC-AD91-28F9C3D6F849}" presName="rootComposite" presStyleCnt="0"/>
      <dgm:spPr/>
    </dgm:pt>
    <dgm:pt modelId="{1F4A49E2-6D03-46D4-B32C-3CE6E7A2AB55}" type="pres">
      <dgm:prSet presAssocID="{57355EED-DC72-45CC-AD91-28F9C3D6F849}" presName="rootText" presStyleLbl="node2" presStyleIdx="1" presStyleCnt="5">
        <dgm:presLayoutVars>
          <dgm:chPref val="3"/>
        </dgm:presLayoutVars>
      </dgm:prSet>
      <dgm:spPr/>
    </dgm:pt>
    <dgm:pt modelId="{9C88C3D8-41D2-4E7A-88D4-63FD18659E7E}" type="pres">
      <dgm:prSet presAssocID="{57355EED-DC72-45CC-AD91-28F9C3D6F849}" presName="rootConnector" presStyleLbl="node2" presStyleIdx="1" presStyleCnt="5"/>
      <dgm:spPr/>
    </dgm:pt>
    <dgm:pt modelId="{A89FC849-8D8A-491D-A19A-39FA5C2F8502}" type="pres">
      <dgm:prSet presAssocID="{57355EED-DC72-45CC-AD91-28F9C3D6F849}" presName="hierChild4" presStyleCnt="0"/>
      <dgm:spPr/>
    </dgm:pt>
    <dgm:pt modelId="{BAF99EA5-4172-45A7-8CE3-F8132F82E65F}" type="pres">
      <dgm:prSet presAssocID="{57355EED-DC72-45CC-AD91-28F9C3D6F849}" presName="hierChild5" presStyleCnt="0"/>
      <dgm:spPr/>
    </dgm:pt>
    <dgm:pt modelId="{9FAFBCA2-58A0-4284-92A6-D576A1D3C90F}" type="pres">
      <dgm:prSet presAssocID="{6A550319-86C5-4C5A-8352-348232F82F59}" presName="Name37" presStyleLbl="parChTrans1D2" presStyleIdx="2" presStyleCnt="5"/>
      <dgm:spPr/>
    </dgm:pt>
    <dgm:pt modelId="{94E72B88-E36A-412D-9802-FB876C2FB4F5}" type="pres">
      <dgm:prSet presAssocID="{CDFD874E-18E2-4DCB-8B95-DBAE38DE65DA}" presName="hierRoot2" presStyleCnt="0">
        <dgm:presLayoutVars>
          <dgm:hierBranch val="init"/>
        </dgm:presLayoutVars>
      </dgm:prSet>
      <dgm:spPr/>
    </dgm:pt>
    <dgm:pt modelId="{BEC37433-8E4B-4DBB-BBA4-F95429F3C6C6}" type="pres">
      <dgm:prSet presAssocID="{CDFD874E-18E2-4DCB-8B95-DBAE38DE65DA}" presName="rootComposite" presStyleCnt="0"/>
      <dgm:spPr/>
    </dgm:pt>
    <dgm:pt modelId="{AA79AB00-1433-481C-9F71-F035D6B6FA8C}" type="pres">
      <dgm:prSet presAssocID="{CDFD874E-18E2-4DCB-8B95-DBAE38DE65DA}" presName="rootText" presStyleLbl="node2" presStyleIdx="2" presStyleCnt="5">
        <dgm:presLayoutVars>
          <dgm:chPref val="3"/>
        </dgm:presLayoutVars>
      </dgm:prSet>
      <dgm:spPr/>
    </dgm:pt>
    <dgm:pt modelId="{285E169B-097D-45AE-8F20-8B1DA4AD2F57}" type="pres">
      <dgm:prSet presAssocID="{CDFD874E-18E2-4DCB-8B95-DBAE38DE65DA}" presName="rootConnector" presStyleLbl="node2" presStyleIdx="2" presStyleCnt="5"/>
      <dgm:spPr/>
    </dgm:pt>
    <dgm:pt modelId="{24E808C4-9B2F-4C28-BFD1-24BC3D4B0404}" type="pres">
      <dgm:prSet presAssocID="{CDFD874E-18E2-4DCB-8B95-DBAE38DE65DA}" presName="hierChild4" presStyleCnt="0"/>
      <dgm:spPr/>
    </dgm:pt>
    <dgm:pt modelId="{BF537315-C2FA-4012-A9B4-C278AD3CF424}" type="pres">
      <dgm:prSet presAssocID="{CDFD874E-18E2-4DCB-8B95-DBAE38DE65DA}" presName="hierChild5" presStyleCnt="0"/>
      <dgm:spPr/>
    </dgm:pt>
    <dgm:pt modelId="{D1F95134-1D9A-47E7-9EDE-B354B1EC6004}" type="pres">
      <dgm:prSet presAssocID="{BFAF9377-E52F-48FA-94A9-82C5FA707595}" presName="Name37" presStyleLbl="parChTrans1D2" presStyleIdx="3" presStyleCnt="5"/>
      <dgm:spPr/>
    </dgm:pt>
    <dgm:pt modelId="{0EBA3725-284F-4CDA-BEA8-CD49374D4193}" type="pres">
      <dgm:prSet presAssocID="{3EA7C2EE-8364-4760-A3E1-B31E7F2AEC47}" presName="hierRoot2" presStyleCnt="0">
        <dgm:presLayoutVars>
          <dgm:hierBranch val="init"/>
        </dgm:presLayoutVars>
      </dgm:prSet>
      <dgm:spPr/>
    </dgm:pt>
    <dgm:pt modelId="{27ABA8DF-2876-4F6B-A563-3F412F8D13B1}" type="pres">
      <dgm:prSet presAssocID="{3EA7C2EE-8364-4760-A3E1-B31E7F2AEC47}" presName="rootComposite" presStyleCnt="0"/>
      <dgm:spPr/>
    </dgm:pt>
    <dgm:pt modelId="{8DAABED1-8CE5-4CAD-A937-C556D9563437}" type="pres">
      <dgm:prSet presAssocID="{3EA7C2EE-8364-4760-A3E1-B31E7F2AEC47}" presName="rootText" presStyleLbl="node2" presStyleIdx="3" presStyleCnt="5">
        <dgm:presLayoutVars>
          <dgm:chPref val="3"/>
        </dgm:presLayoutVars>
      </dgm:prSet>
      <dgm:spPr/>
    </dgm:pt>
    <dgm:pt modelId="{6CF05EDA-E01A-4661-98AD-1FA74289D97F}" type="pres">
      <dgm:prSet presAssocID="{3EA7C2EE-8364-4760-A3E1-B31E7F2AEC47}" presName="rootConnector" presStyleLbl="node2" presStyleIdx="3" presStyleCnt="5"/>
      <dgm:spPr/>
    </dgm:pt>
    <dgm:pt modelId="{FE2C4FF2-AFDE-4D21-8ACC-91CE2D223914}" type="pres">
      <dgm:prSet presAssocID="{3EA7C2EE-8364-4760-A3E1-B31E7F2AEC47}" presName="hierChild4" presStyleCnt="0"/>
      <dgm:spPr/>
    </dgm:pt>
    <dgm:pt modelId="{D1374389-CC13-447E-945D-06038F2EB9E2}" type="pres">
      <dgm:prSet presAssocID="{74181AE8-DBDE-447F-8F6F-F50D5FCB2DE7}" presName="Name37" presStyleLbl="parChTrans1D3" presStyleIdx="0" presStyleCnt="9"/>
      <dgm:spPr/>
    </dgm:pt>
    <dgm:pt modelId="{3754A8E7-0F41-4700-ABFC-EB439A2461E9}" type="pres">
      <dgm:prSet presAssocID="{1A8CBF76-FAA9-4A40-B253-3279C9D55076}" presName="hierRoot2" presStyleCnt="0">
        <dgm:presLayoutVars>
          <dgm:hierBranch val="init"/>
        </dgm:presLayoutVars>
      </dgm:prSet>
      <dgm:spPr/>
    </dgm:pt>
    <dgm:pt modelId="{EC1ED7BF-BFCA-4DD7-8DBC-91D0910EC7AF}" type="pres">
      <dgm:prSet presAssocID="{1A8CBF76-FAA9-4A40-B253-3279C9D55076}" presName="rootComposite" presStyleCnt="0"/>
      <dgm:spPr/>
    </dgm:pt>
    <dgm:pt modelId="{7D79B4E7-906C-4B44-95DF-0278C27B0343}" type="pres">
      <dgm:prSet presAssocID="{1A8CBF76-FAA9-4A40-B253-3279C9D55076}" presName="rootText" presStyleLbl="node3" presStyleIdx="0" presStyleCnt="9">
        <dgm:presLayoutVars>
          <dgm:chPref val="3"/>
        </dgm:presLayoutVars>
      </dgm:prSet>
      <dgm:spPr/>
    </dgm:pt>
    <dgm:pt modelId="{57741906-41C6-4B53-ACC6-DC0ECF97B4D3}" type="pres">
      <dgm:prSet presAssocID="{1A8CBF76-FAA9-4A40-B253-3279C9D55076}" presName="rootConnector" presStyleLbl="node3" presStyleIdx="0" presStyleCnt="9"/>
      <dgm:spPr/>
    </dgm:pt>
    <dgm:pt modelId="{6A595540-F9E9-4338-A235-522AD89625D3}" type="pres">
      <dgm:prSet presAssocID="{1A8CBF76-FAA9-4A40-B253-3279C9D55076}" presName="hierChild4" presStyleCnt="0"/>
      <dgm:spPr/>
    </dgm:pt>
    <dgm:pt modelId="{23401A38-AF86-4975-9DD3-3110A73CE751}" type="pres">
      <dgm:prSet presAssocID="{1A8CBF76-FAA9-4A40-B253-3279C9D55076}" presName="hierChild5" presStyleCnt="0"/>
      <dgm:spPr/>
    </dgm:pt>
    <dgm:pt modelId="{0C46ECD7-1025-4ECA-B646-08FD104323C0}" type="pres">
      <dgm:prSet presAssocID="{427BEA18-689E-4EC6-9756-84CBC691BEAF}" presName="Name37" presStyleLbl="parChTrans1D3" presStyleIdx="1" presStyleCnt="9"/>
      <dgm:spPr/>
    </dgm:pt>
    <dgm:pt modelId="{49DA41E2-B2BF-4D16-8E15-03D507C629C5}" type="pres">
      <dgm:prSet presAssocID="{A7AAA0CA-8698-4CC9-A815-E0FD8783F80C}" presName="hierRoot2" presStyleCnt="0">
        <dgm:presLayoutVars>
          <dgm:hierBranch val="init"/>
        </dgm:presLayoutVars>
      </dgm:prSet>
      <dgm:spPr/>
    </dgm:pt>
    <dgm:pt modelId="{FF0319EF-B382-46B6-B93C-99D82D972B0C}" type="pres">
      <dgm:prSet presAssocID="{A7AAA0CA-8698-4CC9-A815-E0FD8783F80C}" presName="rootComposite" presStyleCnt="0"/>
      <dgm:spPr/>
    </dgm:pt>
    <dgm:pt modelId="{6FD53D4D-08EF-4CD6-94E2-A8C6C0CE91C7}" type="pres">
      <dgm:prSet presAssocID="{A7AAA0CA-8698-4CC9-A815-E0FD8783F80C}" presName="rootText" presStyleLbl="node3" presStyleIdx="1" presStyleCnt="9">
        <dgm:presLayoutVars>
          <dgm:chPref val="3"/>
        </dgm:presLayoutVars>
      </dgm:prSet>
      <dgm:spPr/>
    </dgm:pt>
    <dgm:pt modelId="{961FCBA1-DB11-42F3-B7F0-94B713E008BA}" type="pres">
      <dgm:prSet presAssocID="{A7AAA0CA-8698-4CC9-A815-E0FD8783F80C}" presName="rootConnector" presStyleLbl="node3" presStyleIdx="1" presStyleCnt="9"/>
      <dgm:spPr/>
    </dgm:pt>
    <dgm:pt modelId="{8136D27D-E402-4312-A543-87DEFEA0E5CA}" type="pres">
      <dgm:prSet presAssocID="{A7AAA0CA-8698-4CC9-A815-E0FD8783F80C}" presName="hierChild4" presStyleCnt="0"/>
      <dgm:spPr/>
    </dgm:pt>
    <dgm:pt modelId="{6EB92F22-48DB-4A00-AE2E-1D284142714C}" type="pres">
      <dgm:prSet presAssocID="{A7AAA0CA-8698-4CC9-A815-E0FD8783F80C}" presName="hierChild5" presStyleCnt="0"/>
      <dgm:spPr/>
    </dgm:pt>
    <dgm:pt modelId="{BEB207B4-98D5-48A6-A4AD-D00D4FC8EEE1}" type="pres">
      <dgm:prSet presAssocID="{4E0AFF94-121F-4B9F-A8D5-AF8980F1A32D}" presName="Name37" presStyleLbl="parChTrans1D3" presStyleIdx="2" presStyleCnt="9"/>
      <dgm:spPr/>
    </dgm:pt>
    <dgm:pt modelId="{3FA69DA4-9039-459B-A325-0B344AF8B953}" type="pres">
      <dgm:prSet presAssocID="{5914D528-E95D-4BC3-ABD7-B9008CE407E4}" presName="hierRoot2" presStyleCnt="0">
        <dgm:presLayoutVars>
          <dgm:hierBranch val="init"/>
        </dgm:presLayoutVars>
      </dgm:prSet>
      <dgm:spPr/>
    </dgm:pt>
    <dgm:pt modelId="{AA22BA29-A6FA-42AA-8D8C-32EA59710809}" type="pres">
      <dgm:prSet presAssocID="{5914D528-E95D-4BC3-ABD7-B9008CE407E4}" presName="rootComposite" presStyleCnt="0"/>
      <dgm:spPr/>
    </dgm:pt>
    <dgm:pt modelId="{194A1E86-7D34-4661-8D28-F589B72521AC}" type="pres">
      <dgm:prSet presAssocID="{5914D528-E95D-4BC3-ABD7-B9008CE407E4}" presName="rootText" presStyleLbl="node3" presStyleIdx="2" presStyleCnt="9">
        <dgm:presLayoutVars>
          <dgm:chPref val="3"/>
        </dgm:presLayoutVars>
      </dgm:prSet>
      <dgm:spPr/>
    </dgm:pt>
    <dgm:pt modelId="{E95FDE01-D5AD-425D-A0E9-CC365DF2CFE4}" type="pres">
      <dgm:prSet presAssocID="{5914D528-E95D-4BC3-ABD7-B9008CE407E4}" presName="rootConnector" presStyleLbl="node3" presStyleIdx="2" presStyleCnt="9"/>
      <dgm:spPr/>
    </dgm:pt>
    <dgm:pt modelId="{6EC9155B-B292-43FA-843B-6D4545040117}" type="pres">
      <dgm:prSet presAssocID="{5914D528-E95D-4BC3-ABD7-B9008CE407E4}" presName="hierChild4" presStyleCnt="0"/>
      <dgm:spPr/>
    </dgm:pt>
    <dgm:pt modelId="{BBA6B664-0994-4F5A-97F7-C5B0CD88F3F0}" type="pres">
      <dgm:prSet presAssocID="{5914D528-E95D-4BC3-ABD7-B9008CE407E4}" presName="hierChild5" presStyleCnt="0"/>
      <dgm:spPr/>
    </dgm:pt>
    <dgm:pt modelId="{7A48A3BF-B21F-4E61-B64B-195C3BD17B37}" type="pres">
      <dgm:prSet presAssocID="{11BEF303-EEA4-40E8-BAE9-2D8293B42253}" presName="Name37" presStyleLbl="parChTrans1D3" presStyleIdx="3" presStyleCnt="9"/>
      <dgm:spPr/>
    </dgm:pt>
    <dgm:pt modelId="{F1D9C1B4-E924-4704-BE6B-C05B88ED3662}" type="pres">
      <dgm:prSet presAssocID="{B150EE29-386E-4D9E-974B-87BEE61FE199}" presName="hierRoot2" presStyleCnt="0">
        <dgm:presLayoutVars>
          <dgm:hierBranch val="init"/>
        </dgm:presLayoutVars>
      </dgm:prSet>
      <dgm:spPr/>
    </dgm:pt>
    <dgm:pt modelId="{D9A907C3-6D85-483E-85AD-F006EF89EEAF}" type="pres">
      <dgm:prSet presAssocID="{B150EE29-386E-4D9E-974B-87BEE61FE199}" presName="rootComposite" presStyleCnt="0"/>
      <dgm:spPr/>
    </dgm:pt>
    <dgm:pt modelId="{009DFD6D-FF9A-4AB9-A333-9D0F8004B6EF}" type="pres">
      <dgm:prSet presAssocID="{B150EE29-386E-4D9E-974B-87BEE61FE199}" presName="rootText" presStyleLbl="node3" presStyleIdx="3" presStyleCnt="9">
        <dgm:presLayoutVars>
          <dgm:chPref val="3"/>
        </dgm:presLayoutVars>
      </dgm:prSet>
      <dgm:spPr/>
    </dgm:pt>
    <dgm:pt modelId="{F4F127E8-37C4-4248-A7CE-3262082F029B}" type="pres">
      <dgm:prSet presAssocID="{B150EE29-386E-4D9E-974B-87BEE61FE199}" presName="rootConnector" presStyleLbl="node3" presStyleIdx="3" presStyleCnt="9"/>
      <dgm:spPr/>
    </dgm:pt>
    <dgm:pt modelId="{4C267DF9-7E72-4077-923D-5FF5684D6AB1}" type="pres">
      <dgm:prSet presAssocID="{B150EE29-386E-4D9E-974B-87BEE61FE199}" presName="hierChild4" presStyleCnt="0"/>
      <dgm:spPr/>
    </dgm:pt>
    <dgm:pt modelId="{FDB615F7-83E5-496E-9E37-40CC833A79CB}" type="pres">
      <dgm:prSet presAssocID="{B150EE29-386E-4D9E-974B-87BEE61FE199}" presName="hierChild5" presStyleCnt="0"/>
      <dgm:spPr/>
    </dgm:pt>
    <dgm:pt modelId="{5DE3CB8E-052E-4061-940D-F8509BCCFCFE}" type="pres">
      <dgm:prSet presAssocID="{F7771F08-F969-4723-9AB5-009D37AE014B}" presName="Name37" presStyleLbl="parChTrans1D3" presStyleIdx="4" presStyleCnt="9"/>
      <dgm:spPr/>
    </dgm:pt>
    <dgm:pt modelId="{08559945-F2CE-4F30-A5F1-FE758399D16B}" type="pres">
      <dgm:prSet presAssocID="{D05224BB-2BD4-4BE9-BF0E-BE4C73F9F218}" presName="hierRoot2" presStyleCnt="0">
        <dgm:presLayoutVars>
          <dgm:hierBranch val="init"/>
        </dgm:presLayoutVars>
      </dgm:prSet>
      <dgm:spPr/>
    </dgm:pt>
    <dgm:pt modelId="{83683B75-5E04-457C-B63A-9AC9C4A8E648}" type="pres">
      <dgm:prSet presAssocID="{D05224BB-2BD4-4BE9-BF0E-BE4C73F9F218}" presName="rootComposite" presStyleCnt="0"/>
      <dgm:spPr/>
    </dgm:pt>
    <dgm:pt modelId="{6E9096E5-27D2-4DA6-BF8B-21D8D1EB89D5}" type="pres">
      <dgm:prSet presAssocID="{D05224BB-2BD4-4BE9-BF0E-BE4C73F9F218}" presName="rootText" presStyleLbl="node3" presStyleIdx="4" presStyleCnt="9">
        <dgm:presLayoutVars>
          <dgm:chPref val="3"/>
        </dgm:presLayoutVars>
      </dgm:prSet>
      <dgm:spPr/>
    </dgm:pt>
    <dgm:pt modelId="{EBC3B2F8-401B-4D34-BF75-738546AE6BEC}" type="pres">
      <dgm:prSet presAssocID="{D05224BB-2BD4-4BE9-BF0E-BE4C73F9F218}" presName="rootConnector" presStyleLbl="node3" presStyleIdx="4" presStyleCnt="9"/>
      <dgm:spPr/>
    </dgm:pt>
    <dgm:pt modelId="{FB0B999D-3011-4431-912E-C7B722119B8B}" type="pres">
      <dgm:prSet presAssocID="{D05224BB-2BD4-4BE9-BF0E-BE4C73F9F218}" presName="hierChild4" presStyleCnt="0"/>
      <dgm:spPr/>
    </dgm:pt>
    <dgm:pt modelId="{0E44607A-BD24-478F-9F51-AAE2273608EF}" type="pres">
      <dgm:prSet presAssocID="{D05224BB-2BD4-4BE9-BF0E-BE4C73F9F218}" presName="hierChild5" presStyleCnt="0"/>
      <dgm:spPr/>
    </dgm:pt>
    <dgm:pt modelId="{CD1CE43C-6FE1-4BD1-969C-A70A6E4C2F94}" type="pres">
      <dgm:prSet presAssocID="{9EDA4DD4-FB26-49A4-9370-1BE79E04B67E}" presName="Name37" presStyleLbl="parChTrans1D3" presStyleIdx="5" presStyleCnt="9"/>
      <dgm:spPr/>
    </dgm:pt>
    <dgm:pt modelId="{A6515AEB-D158-4984-9F99-6ECF250F2D42}" type="pres">
      <dgm:prSet presAssocID="{6EFF766A-6375-4385-9CEA-49C920E06871}" presName="hierRoot2" presStyleCnt="0">
        <dgm:presLayoutVars>
          <dgm:hierBranch val="init"/>
        </dgm:presLayoutVars>
      </dgm:prSet>
      <dgm:spPr/>
    </dgm:pt>
    <dgm:pt modelId="{44E4C19A-9B41-4B0C-8977-E0FA8BF41C9F}" type="pres">
      <dgm:prSet presAssocID="{6EFF766A-6375-4385-9CEA-49C920E06871}" presName="rootComposite" presStyleCnt="0"/>
      <dgm:spPr/>
    </dgm:pt>
    <dgm:pt modelId="{AD34C3F4-0845-4453-9104-27470FCD7C82}" type="pres">
      <dgm:prSet presAssocID="{6EFF766A-6375-4385-9CEA-49C920E06871}" presName="rootText" presStyleLbl="node3" presStyleIdx="5" presStyleCnt="9">
        <dgm:presLayoutVars>
          <dgm:chPref val="3"/>
        </dgm:presLayoutVars>
      </dgm:prSet>
      <dgm:spPr/>
    </dgm:pt>
    <dgm:pt modelId="{B8364AFE-5CBF-48CE-82DB-E7CE76F087EA}" type="pres">
      <dgm:prSet presAssocID="{6EFF766A-6375-4385-9CEA-49C920E06871}" presName="rootConnector" presStyleLbl="node3" presStyleIdx="5" presStyleCnt="9"/>
      <dgm:spPr/>
    </dgm:pt>
    <dgm:pt modelId="{607ABEAF-9042-45E9-8807-3CD7F35B9905}" type="pres">
      <dgm:prSet presAssocID="{6EFF766A-6375-4385-9CEA-49C920E06871}" presName="hierChild4" presStyleCnt="0"/>
      <dgm:spPr/>
    </dgm:pt>
    <dgm:pt modelId="{11DBCB13-7D93-40D4-B92A-7C5C4A0B2BFD}" type="pres">
      <dgm:prSet presAssocID="{2E1183F9-1E1B-40B1-80B9-D389D885FCA4}" presName="Name37" presStyleLbl="parChTrans1D4" presStyleIdx="0" presStyleCnt="11"/>
      <dgm:spPr/>
    </dgm:pt>
    <dgm:pt modelId="{DA7B6C2F-1465-4EF0-A85A-447297018FA7}" type="pres">
      <dgm:prSet presAssocID="{61CE35BC-1AC7-4F7E-8E59-42973A820E88}" presName="hierRoot2" presStyleCnt="0">
        <dgm:presLayoutVars>
          <dgm:hierBranch val="init"/>
        </dgm:presLayoutVars>
      </dgm:prSet>
      <dgm:spPr/>
    </dgm:pt>
    <dgm:pt modelId="{7AF9D3B0-9667-4751-B4BB-77CBB372CF6B}" type="pres">
      <dgm:prSet presAssocID="{61CE35BC-1AC7-4F7E-8E59-42973A820E88}" presName="rootComposite" presStyleCnt="0"/>
      <dgm:spPr/>
    </dgm:pt>
    <dgm:pt modelId="{0458A947-016E-48B5-831C-1049795EB770}" type="pres">
      <dgm:prSet presAssocID="{61CE35BC-1AC7-4F7E-8E59-42973A820E88}" presName="rootText" presStyleLbl="node4" presStyleIdx="0" presStyleCnt="11">
        <dgm:presLayoutVars>
          <dgm:chPref val="3"/>
        </dgm:presLayoutVars>
      </dgm:prSet>
      <dgm:spPr/>
    </dgm:pt>
    <dgm:pt modelId="{48A4FFC7-33EB-46C5-9850-67730F7AFB8F}" type="pres">
      <dgm:prSet presAssocID="{61CE35BC-1AC7-4F7E-8E59-42973A820E88}" presName="rootConnector" presStyleLbl="node4" presStyleIdx="0" presStyleCnt="11"/>
      <dgm:spPr/>
    </dgm:pt>
    <dgm:pt modelId="{A44443AB-249C-4E0C-AC30-68B90EDF214A}" type="pres">
      <dgm:prSet presAssocID="{61CE35BC-1AC7-4F7E-8E59-42973A820E88}" presName="hierChild4" presStyleCnt="0"/>
      <dgm:spPr/>
    </dgm:pt>
    <dgm:pt modelId="{42CF00EC-3835-4F19-90AB-91D677AC4B4D}" type="pres">
      <dgm:prSet presAssocID="{61CE35BC-1AC7-4F7E-8E59-42973A820E88}" presName="hierChild5" presStyleCnt="0"/>
      <dgm:spPr/>
    </dgm:pt>
    <dgm:pt modelId="{73DAC1B1-A778-49F0-9D9F-C84A9700250B}" type="pres">
      <dgm:prSet presAssocID="{A8E95B26-EAE5-467D-B3A8-57DFF193016E}" presName="Name37" presStyleLbl="parChTrans1D4" presStyleIdx="1" presStyleCnt="11"/>
      <dgm:spPr/>
    </dgm:pt>
    <dgm:pt modelId="{8EB062A4-B8F9-4892-9CCC-860136E155D3}" type="pres">
      <dgm:prSet presAssocID="{A5E7B7AA-D1FC-4B5A-A302-EDF64BE97C01}" presName="hierRoot2" presStyleCnt="0">
        <dgm:presLayoutVars>
          <dgm:hierBranch val="init"/>
        </dgm:presLayoutVars>
      </dgm:prSet>
      <dgm:spPr/>
    </dgm:pt>
    <dgm:pt modelId="{317C87AD-24EC-4A96-8682-A6A0E2142A35}" type="pres">
      <dgm:prSet presAssocID="{A5E7B7AA-D1FC-4B5A-A302-EDF64BE97C01}" presName="rootComposite" presStyleCnt="0"/>
      <dgm:spPr/>
    </dgm:pt>
    <dgm:pt modelId="{281EA3B5-786A-4D96-9FDF-270EA4192341}" type="pres">
      <dgm:prSet presAssocID="{A5E7B7AA-D1FC-4B5A-A302-EDF64BE97C01}" presName="rootText" presStyleLbl="node4" presStyleIdx="1" presStyleCnt="11">
        <dgm:presLayoutVars>
          <dgm:chPref val="3"/>
        </dgm:presLayoutVars>
      </dgm:prSet>
      <dgm:spPr/>
    </dgm:pt>
    <dgm:pt modelId="{31A038B0-5E25-4C1D-9B10-5084ECBE658A}" type="pres">
      <dgm:prSet presAssocID="{A5E7B7AA-D1FC-4B5A-A302-EDF64BE97C01}" presName="rootConnector" presStyleLbl="node4" presStyleIdx="1" presStyleCnt="11"/>
      <dgm:spPr/>
    </dgm:pt>
    <dgm:pt modelId="{FD060A99-1E1B-44A7-9718-A14824A517E4}" type="pres">
      <dgm:prSet presAssocID="{A5E7B7AA-D1FC-4B5A-A302-EDF64BE97C01}" presName="hierChild4" presStyleCnt="0"/>
      <dgm:spPr/>
    </dgm:pt>
    <dgm:pt modelId="{DED1562B-8860-4966-9279-AFB0A7407F64}" type="pres">
      <dgm:prSet presAssocID="{A5E7B7AA-D1FC-4B5A-A302-EDF64BE97C01}" presName="hierChild5" presStyleCnt="0"/>
      <dgm:spPr/>
    </dgm:pt>
    <dgm:pt modelId="{7DD1C4C4-9BDF-4B23-9987-EDC8FF86EF8C}" type="pres">
      <dgm:prSet presAssocID="{7DF5870D-57AF-42B8-AB81-C43DEA0D2490}" presName="Name37" presStyleLbl="parChTrans1D4" presStyleIdx="2" presStyleCnt="11"/>
      <dgm:spPr/>
    </dgm:pt>
    <dgm:pt modelId="{AA837CFB-0FD2-44BB-B472-DCBB2BD6ADD1}" type="pres">
      <dgm:prSet presAssocID="{C84C8939-C03F-4CFE-BBDD-34A61C46B275}" presName="hierRoot2" presStyleCnt="0">
        <dgm:presLayoutVars>
          <dgm:hierBranch val="init"/>
        </dgm:presLayoutVars>
      </dgm:prSet>
      <dgm:spPr/>
    </dgm:pt>
    <dgm:pt modelId="{7F6BE45B-3FCB-432F-BC7C-20B270B235E1}" type="pres">
      <dgm:prSet presAssocID="{C84C8939-C03F-4CFE-BBDD-34A61C46B275}" presName="rootComposite" presStyleCnt="0"/>
      <dgm:spPr/>
    </dgm:pt>
    <dgm:pt modelId="{882D8585-DF87-405F-9499-57EEDCBBA20A}" type="pres">
      <dgm:prSet presAssocID="{C84C8939-C03F-4CFE-BBDD-34A61C46B275}" presName="rootText" presStyleLbl="node4" presStyleIdx="2" presStyleCnt="11">
        <dgm:presLayoutVars>
          <dgm:chPref val="3"/>
        </dgm:presLayoutVars>
      </dgm:prSet>
      <dgm:spPr/>
    </dgm:pt>
    <dgm:pt modelId="{A11D02D9-CF46-49FC-A728-B0F00BCD95C8}" type="pres">
      <dgm:prSet presAssocID="{C84C8939-C03F-4CFE-BBDD-34A61C46B275}" presName="rootConnector" presStyleLbl="node4" presStyleIdx="2" presStyleCnt="11"/>
      <dgm:spPr/>
    </dgm:pt>
    <dgm:pt modelId="{7F4F0F07-F58D-4E28-AAB1-1D20C158C60E}" type="pres">
      <dgm:prSet presAssocID="{C84C8939-C03F-4CFE-BBDD-34A61C46B275}" presName="hierChild4" presStyleCnt="0"/>
      <dgm:spPr/>
    </dgm:pt>
    <dgm:pt modelId="{2903DB79-30C5-4724-B924-3F1EB2F9CD56}" type="pres">
      <dgm:prSet presAssocID="{C84C8939-C03F-4CFE-BBDD-34A61C46B275}" presName="hierChild5" presStyleCnt="0"/>
      <dgm:spPr/>
    </dgm:pt>
    <dgm:pt modelId="{1A728685-F2AE-4F0E-8FB9-2E8CAEFF0388}" type="pres">
      <dgm:prSet presAssocID="{03A1C163-6CAF-4E61-B88A-6DB0A43D6DE1}" presName="Name37" presStyleLbl="parChTrans1D4" presStyleIdx="3" presStyleCnt="11"/>
      <dgm:spPr/>
    </dgm:pt>
    <dgm:pt modelId="{D023884E-77BD-4E2D-A397-15B1C485F794}" type="pres">
      <dgm:prSet presAssocID="{FA086F40-FC15-423D-A576-AD76EE9E014C}" presName="hierRoot2" presStyleCnt="0">
        <dgm:presLayoutVars>
          <dgm:hierBranch val="init"/>
        </dgm:presLayoutVars>
      </dgm:prSet>
      <dgm:spPr/>
    </dgm:pt>
    <dgm:pt modelId="{895C76FF-02F3-4178-BADD-57882B512AB0}" type="pres">
      <dgm:prSet presAssocID="{FA086F40-FC15-423D-A576-AD76EE9E014C}" presName="rootComposite" presStyleCnt="0"/>
      <dgm:spPr/>
    </dgm:pt>
    <dgm:pt modelId="{A86B76D8-F978-4CCA-8CAF-2D66BDAE3F83}" type="pres">
      <dgm:prSet presAssocID="{FA086F40-FC15-423D-A576-AD76EE9E014C}" presName="rootText" presStyleLbl="node4" presStyleIdx="3" presStyleCnt="11">
        <dgm:presLayoutVars>
          <dgm:chPref val="3"/>
        </dgm:presLayoutVars>
      </dgm:prSet>
      <dgm:spPr/>
    </dgm:pt>
    <dgm:pt modelId="{8F878786-9101-4326-85D5-55E491BAB707}" type="pres">
      <dgm:prSet presAssocID="{FA086F40-FC15-423D-A576-AD76EE9E014C}" presName="rootConnector" presStyleLbl="node4" presStyleIdx="3" presStyleCnt="11"/>
      <dgm:spPr/>
    </dgm:pt>
    <dgm:pt modelId="{E3BB2FBC-CB26-43AA-A493-1A6BFC84823D}" type="pres">
      <dgm:prSet presAssocID="{FA086F40-FC15-423D-A576-AD76EE9E014C}" presName="hierChild4" presStyleCnt="0"/>
      <dgm:spPr/>
    </dgm:pt>
    <dgm:pt modelId="{4A5D2531-F8D7-466F-B860-A3F768A73DFB}" type="pres">
      <dgm:prSet presAssocID="{FA086F40-FC15-423D-A576-AD76EE9E014C}" presName="hierChild5" presStyleCnt="0"/>
      <dgm:spPr/>
    </dgm:pt>
    <dgm:pt modelId="{AE20C09B-A6BA-45F6-A1A0-6C13D760608E}" type="pres">
      <dgm:prSet presAssocID="{17E65CDD-2BF9-47EB-91D9-04DA8AE5189A}" presName="Name37" presStyleLbl="parChTrans1D4" presStyleIdx="4" presStyleCnt="11"/>
      <dgm:spPr/>
    </dgm:pt>
    <dgm:pt modelId="{20277488-F8A4-485E-B7FF-DC090CCC301D}" type="pres">
      <dgm:prSet presAssocID="{2289F604-608C-4105-B3ED-A88D5FD6FE83}" presName="hierRoot2" presStyleCnt="0">
        <dgm:presLayoutVars>
          <dgm:hierBranch val="init"/>
        </dgm:presLayoutVars>
      </dgm:prSet>
      <dgm:spPr/>
    </dgm:pt>
    <dgm:pt modelId="{BEC32F62-9D16-4FE4-93DA-8585031B5A52}" type="pres">
      <dgm:prSet presAssocID="{2289F604-608C-4105-B3ED-A88D5FD6FE83}" presName="rootComposite" presStyleCnt="0"/>
      <dgm:spPr/>
    </dgm:pt>
    <dgm:pt modelId="{79A1F8DA-A2D4-4BFB-8AEA-23C468FCC7CC}" type="pres">
      <dgm:prSet presAssocID="{2289F604-608C-4105-B3ED-A88D5FD6FE83}" presName="rootText" presStyleLbl="node4" presStyleIdx="4" presStyleCnt="11">
        <dgm:presLayoutVars>
          <dgm:chPref val="3"/>
        </dgm:presLayoutVars>
      </dgm:prSet>
      <dgm:spPr/>
    </dgm:pt>
    <dgm:pt modelId="{F941564C-5A31-4D0C-8C51-65B5F999426C}" type="pres">
      <dgm:prSet presAssocID="{2289F604-608C-4105-B3ED-A88D5FD6FE83}" presName="rootConnector" presStyleLbl="node4" presStyleIdx="4" presStyleCnt="11"/>
      <dgm:spPr/>
    </dgm:pt>
    <dgm:pt modelId="{4609A93A-9481-41A6-BD2F-28996D4C9EBD}" type="pres">
      <dgm:prSet presAssocID="{2289F604-608C-4105-B3ED-A88D5FD6FE83}" presName="hierChild4" presStyleCnt="0"/>
      <dgm:spPr/>
    </dgm:pt>
    <dgm:pt modelId="{8DB9B5F7-8EAE-4DB2-8FB1-73932B867E79}" type="pres">
      <dgm:prSet presAssocID="{2289F604-608C-4105-B3ED-A88D5FD6FE83}" presName="hierChild5" presStyleCnt="0"/>
      <dgm:spPr/>
    </dgm:pt>
    <dgm:pt modelId="{0270AC60-033F-478F-B9C3-FB0D3EA711A8}" type="pres">
      <dgm:prSet presAssocID="{6EFF766A-6375-4385-9CEA-49C920E06871}" presName="hierChild5" presStyleCnt="0"/>
      <dgm:spPr/>
    </dgm:pt>
    <dgm:pt modelId="{A363B81D-8942-4655-8B6E-A2C85712C88F}" type="pres">
      <dgm:prSet presAssocID="{3EA7C2EE-8364-4760-A3E1-B31E7F2AEC47}" presName="hierChild5" presStyleCnt="0"/>
      <dgm:spPr/>
    </dgm:pt>
    <dgm:pt modelId="{57AE5089-DA10-495E-AD71-BB970AE2E4AD}" type="pres">
      <dgm:prSet presAssocID="{21534893-2AD4-4719-9614-876FBAE571B3}" presName="Name37" presStyleLbl="parChTrans1D2" presStyleIdx="4" presStyleCnt="5"/>
      <dgm:spPr/>
    </dgm:pt>
    <dgm:pt modelId="{44E1832F-7295-4E18-B041-507F6C181F42}" type="pres">
      <dgm:prSet presAssocID="{7D456D68-7760-49FD-8A26-340A576086E1}" presName="hierRoot2" presStyleCnt="0">
        <dgm:presLayoutVars>
          <dgm:hierBranch val="init"/>
        </dgm:presLayoutVars>
      </dgm:prSet>
      <dgm:spPr/>
    </dgm:pt>
    <dgm:pt modelId="{F69B626E-7F70-4150-B751-F8BC3C0113E8}" type="pres">
      <dgm:prSet presAssocID="{7D456D68-7760-49FD-8A26-340A576086E1}" presName="rootComposite" presStyleCnt="0"/>
      <dgm:spPr/>
    </dgm:pt>
    <dgm:pt modelId="{1B1027C6-3A18-4BD0-9328-7CA8B7D1AF62}" type="pres">
      <dgm:prSet presAssocID="{7D456D68-7760-49FD-8A26-340A576086E1}" presName="rootText" presStyleLbl="node2" presStyleIdx="4" presStyleCnt="5">
        <dgm:presLayoutVars>
          <dgm:chPref val="3"/>
        </dgm:presLayoutVars>
      </dgm:prSet>
      <dgm:spPr/>
    </dgm:pt>
    <dgm:pt modelId="{E0802424-C047-4B44-A0E4-56ED95D2259E}" type="pres">
      <dgm:prSet presAssocID="{7D456D68-7760-49FD-8A26-340A576086E1}" presName="rootConnector" presStyleLbl="node2" presStyleIdx="4" presStyleCnt="5"/>
      <dgm:spPr/>
    </dgm:pt>
    <dgm:pt modelId="{F6DFF7BD-AF80-4723-8551-49EB7A67531F}" type="pres">
      <dgm:prSet presAssocID="{7D456D68-7760-49FD-8A26-340A576086E1}" presName="hierChild4" presStyleCnt="0"/>
      <dgm:spPr/>
    </dgm:pt>
    <dgm:pt modelId="{D6EDB274-CED1-4008-BDFA-F816AD2B6B4D}" type="pres">
      <dgm:prSet presAssocID="{049A416E-E7B1-4C70-8E3F-82FC4473D626}" presName="Name37" presStyleLbl="parChTrans1D3" presStyleIdx="6" presStyleCnt="9"/>
      <dgm:spPr/>
    </dgm:pt>
    <dgm:pt modelId="{499EE7DC-9C18-49B0-8844-98F6DE06033F}" type="pres">
      <dgm:prSet presAssocID="{15987543-3AB7-4C8B-A248-23BA75CD3E29}" presName="hierRoot2" presStyleCnt="0">
        <dgm:presLayoutVars>
          <dgm:hierBranch val="init"/>
        </dgm:presLayoutVars>
      </dgm:prSet>
      <dgm:spPr/>
    </dgm:pt>
    <dgm:pt modelId="{0ECAB94A-148E-4BB5-92B7-A824A261B871}" type="pres">
      <dgm:prSet presAssocID="{15987543-3AB7-4C8B-A248-23BA75CD3E29}" presName="rootComposite" presStyleCnt="0"/>
      <dgm:spPr/>
    </dgm:pt>
    <dgm:pt modelId="{142747CD-03AA-4881-B6DA-6FA90856922D}" type="pres">
      <dgm:prSet presAssocID="{15987543-3AB7-4C8B-A248-23BA75CD3E29}" presName="rootText" presStyleLbl="node3" presStyleIdx="6" presStyleCnt="9">
        <dgm:presLayoutVars>
          <dgm:chPref val="3"/>
        </dgm:presLayoutVars>
      </dgm:prSet>
      <dgm:spPr/>
    </dgm:pt>
    <dgm:pt modelId="{06F599C6-FB93-4762-B6FC-E06C7063078E}" type="pres">
      <dgm:prSet presAssocID="{15987543-3AB7-4C8B-A248-23BA75CD3E29}" presName="rootConnector" presStyleLbl="node3" presStyleIdx="6" presStyleCnt="9"/>
      <dgm:spPr/>
    </dgm:pt>
    <dgm:pt modelId="{033E3204-5C1B-481D-AD43-86DABF760D34}" type="pres">
      <dgm:prSet presAssocID="{15987543-3AB7-4C8B-A248-23BA75CD3E29}" presName="hierChild4" presStyleCnt="0"/>
      <dgm:spPr/>
    </dgm:pt>
    <dgm:pt modelId="{8F500987-5D14-4602-8BF9-2A0CE1E75E39}" type="pres">
      <dgm:prSet presAssocID="{954A4F30-AB58-48EE-8870-8A7A420D0042}" presName="Name37" presStyleLbl="parChTrans1D4" presStyleIdx="5" presStyleCnt="11"/>
      <dgm:spPr/>
    </dgm:pt>
    <dgm:pt modelId="{8D03A261-2F75-4D17-B08E-16321565AA88}" type="pres">
      <dgm:prSet presAssocID="{F3D953A5-9C62-4316-B0E8-BDFC2BADA4F5}" presName="hierRoot2" presStyleCnt="0">
        <dgm:presLayoutVars>
          <dgm:hierBranch val="init"/>
        </dgm:presLayoutVars>
      </dgm:prSet>
      <dgm:spPr/>
    </dgm:pt>
    <dgm:pt modelId="{37778B49-0DB3-4019-8F56-282FFE02209B}" type="pres">
      <dgm:prSet presAssocID="{F3D953A5-9C62-4316-B0E8-BDFC2BADA4F5}" presName="rootComposite" presStyleCnt="0"/>
      <dgm:spPr/>
    </dgm:pt>
    <dgm:pt modelId="{33985D27-27F4-47C9-BBA0-09A084AF2218}" type="pres">
      <dgm:prSet presAssocID="{F3D953A5-9C62-4316-B0E8-BDFC2BADA4F5}" presName="rootText" presStyleLbl="node4" presStyleIdx="5" presStyleCnt="11">
        <dgm:presLayoutVars>
          <dgm:chPref val="3"/>
        </dgm:presLayoutVars>
      </dgm:prSet>
      <dgm:spPr/>
    </dgm:pt>
    <dgm:pt modelId="{FA655792-2C04-491A-B53F-DCD87D1275CE}" type="pres">
      <dgm:prSet presAssocID="{F3D953A5-9C62-4316-B0E8-BDFC2BADA4F5}" presName="rootConnector" presStyleLbl="node4" presStyleIdx="5" presStyleCnt="11"/>
      <dgm:spPr/>
    </dgm:pt>
    <dgm:pt modelId="{47A4F70A-4840-4823-BE01-CD19953254B5}" type="pres">
      <dgm:prSet presAssocID="{F3D953A5-9C62-4316-B0E8-BDFC2BADA4F5}" presName="hierChild4" presStyleCnt="0"/>
      <dgm:spPr/>
    </dgm:pt>
    <dgm:pt modelId="{D311A764-E919-448F-918F-AC17203F95D2}" type="pres">
      <dgm:prSet presAssocID="{F3D953A5-9C62-4316-B0E8-BDFC2BADA4F5}" presName="hierChild5" presStyleCnt="0"/>
      <dgm:spPr/>
    </dgm:pt>
    <dgm:pt modelId="{B92B59A9-EF96-473C-8179-4C86F0101A26}" type="pres">
      <dgm:prSet presAssocID="{FE6B5C57-C10D-44D0-B09A-49165D31B616}" presName="Name37" presStyleLbl="parChTrans1D4" presStyleIdx="6" presStyleCnt="11"/>
      <dgm:spPr/>
    </dgm:pt>
    <dgm:pt modelId="{12E7DD9E-21B0-4486-9C80-828322926947}" type="pres">
      <dgm:prSet presAssocID="{4F100580-B124-4E8C-9F2E-0A481BA457D4}" presName="hierRoot2" presStyleCnt="0">
        <dgm:presLayoutVars>
          <dgm:hierBranch val="init"/>
        </dgm:presLayoutVars>
      </dgm:prSet>
      <dgm:spPr/>
    </dgm:pt>
    <dgm:pt modelId="{754F70C4-005B-45DA-A40C-222077CAEA28}" type="pres">
      <dgm:prSet presAssocID="{4F100580-B124-4E8C-9F2E-0A481BA457D4}" presName="rootComposite" presStyleCnt="0"/>
      <dgm:spPr/>
    </dgm:pt>
    <dgm:pt modelId="{23B8705C-2646-4FFA-B8E9-C75306743AD9}" type="pres">
      <dgm:prSet presAssocID="{4F100580-B124-4E8C-9F2E-0A481BA457D4}" presName="rootText" presStyleLbl="node4" presStyleIdx="6" presStyleCnt="11">
        <dgm:presLayoutVars>
          <dgm:chPref val="3"/>
        </dgm:presLayoutVars>
      </dgm:prSet>
      <dgm:spPr/>
    </dgm:pt>
    <dgm:pt modelId="{A003AB92-266D-4470-BDCE-4A845A14408E}" type="pres">
      <dgm:prSet presAssocID="{4F100580-B124-4E8C-9F2E-0A481BA457D4}" presName="rootConnector" presStyleLbl="node4" presStyleIdx="6" presStyleCnt="11"/>
      <dgm:spPr/>
    </dgm:pt>
    <dgm:pt modelId="{1B846582-40A2-4B59-8BEC-9061CA62CB29}" type="pres">
      <dgm:prSet presAssocID="{4F100580-B124-4E8C-9F2E-0A481BA457D4}" presName="hierChild4" presStyleCnt="0"/>
      <dgm:spPr/>
    </dgm:pt>
    <dgm:pt modelId="{4E81E39F-84A9-4CD3-90FA-EC4F851C54C4}" type="pres">
      <dgm:prSet presAssocID="{398281E1-DA63-4127-ACD9-18EFFA9463AC}" presName="Name37" presStyleLbl="parChTrans1D4" presStyleIdx="7" presStyleCnt="11"/>
      <dgm:spPr/>
    </dgm:pt>
    <dgm:pt modelId="{E409733D-5326-49C0-A7EB-54BC0F52A8C3}" type="pres">
      <dgm:prSet presAssocID="{682EF0B1-87C3-447F-99BB-066B7E968502}" presName="hierRoot2" presStyleCnt="0">
        <dgm:presLayoutVars>
          <dgm:hierBranch val="init"/>
        </dgm:presLayoutVars>
      </dgm:prSet>
      <dgm:spPr/>
    </dgm:pt>
    <dgm:pt modelId="{06545201-E43A-488B-84A3-72819132843E}" type="pres">
      <dgm:prSet presAssocID="{682EF0B1-87C3-447F-99BB-066B7E968502}" presName="rootComposite" presStyleCnt="0"/>
      <dgm:spPr/>
    </dgm:pt>
    <dgm:pt modelId="{7A5E0612-27C0-42D4-9B81-189B3C4B2B21}" type="pres">
      <dgm:prSet presAssocID="{682EF0B1-87C3-447F-99BB-066B7E968502}" presName="rootText" presStyleLbl="node4" presStyleIdx="7" presStyleCnt="11">
        <dgm:presLayoutVars>
          <dgm:chPref val="3"/>
        </dgm:presLayoutVars>
      </dgm:prSet>
      <dgm:spPr/>
    </dgm:pt>
    <dgm:pt modelId="{48326EEC-BA37-4B24-847A-4C1C7E9860D9}" type="pres">
      <dgm:prSet presAssocID="{682EF0B1-87C3-447F-99BB-066B7E968502}" presName="rootConnector" presStyleLbl="node4" presStyleIdx="7" presStyleCnt="11"/>
      <dgm:spPr/>
    </dgm:pt>
    <dgm:pt modelId="{96DCA749-BDB2-4F03-99AA-F72D929B93CB}" type="pres">
      <dgm:prSet presAssocID="{682EF0B1-87C3-447F-99BB-066B7E968502}" presName="hierChild4" presStyleCnt="0"/>
      <dgm:spPr/>
    </dgm:pt>
    <dgm:pt modelId="{3151331F-86AB-4051-9AF0-BFC37721BDD0}" type="pres">
      <dgm:prSet presAssocID="{682EF0B1-87C3-447F-99BB-066B7E968502}" presName="hierChild5" presStyleCnt="0"/>
      <dgm:spPr/>
    </dgm:pt>
    <dgm:pt modelId="{8B67B0A6-E82F-4A22-844E-E3157D703457}" type="pres">
      <dgm:prSet presAssocID="{4F100580-B124-4E8C-9F2E-0A481BA457D4}" presName="hierChild5" presStyleCnt="0"/>
      <dgm:spPr/>
    </dgm:pt>
    <dgm:pt modelId="{7F29B4A8-FC4D-481E-8C6B-F337E0C09E80}" type="pres">
      <dgm:prSet presAssocID="{15987543-3AB7-4C8B-A248-23BA75CD3E29}" presName="hierChild5" presStyleCnt="0"/>
      <dgm:spPr/>
    </dgm:pt>
    <dgm:pt modelId="{FE09D4D7-E09A-4FF1-97B2-CEFF2B443F95}" type="pres">
      <dgm:prSet presAssocID="{E2E43852-4623-4D16-B5CE-15ED9748626F}" presName="Name37" presStyleLbl="parChTrans1D3" presStyleIdx="7" presStyleCnt="9"/>
      <dgm:spPr/>
    </dgm:pt>
    <dgm:pt modelId="{1DE1D5E5-B058-42D8-81EC-BA89916D837F}" type="pres">
      <dgm:prSet presAssocID="{95775FFE-18AB-43E8-8730-FC2F96EA65AA}" presName="hierRoot2" presStyleCnt="0">
        <dgm:presLayoutVars>
          <dgm:hierBranch val="init"/>
        </dgm:presLayoutVars>
      </dgm:prSet>
      <dgm:spPr/>
    </dgm:pt>
    <dgm:pt modelId="{9CEF5CC7-EADA-4426-BCCA-C457578EAED4}" type="pres">
      <dgm:prSet presAssocID="{95775FFE-18AB-43E8-8730-FC2F96EA65AA}" presName="rootComposite" presStyleCnt="0"/>
      <dgm:spPr/>
    </dgm:pt>
    <dgm:pt modelId="{C72A4CBF-2A9F-460D-AE30-3BA2E2FCDD5E}" type="pres">
      <dgm:prSet presAssocID="{95775FFE-18AB-43E8-8730-FC2F96EA65AA}" presName="rootText" presStyleLbl="node3" presStyleIdx="7" presStyleCnt="9">
        <dgm:presLayoutVars>
          <dgm:chPref val="3"/>
        </dgm:presLayoutVars>
      </dgm:prSet>
      <dgm:spPr/>
    </dgm:pt>
    <dgm:pt modelId="{881B94DD-99E4-4337-852C-BCE34A457B6E}" type="pres">
      <dgm:prSet presAssocID="{95775FFE-18AB-43E8-8730-FC2F96EA65AA}" presName="rootConnector" presStyleLbl="node3" presStyleIdx="7" presStyleCnt="9"/>
      <dgm:spPr/>
    </dgm:pt>
    <dgm:pt modelId="{8C9C1EF1-7B40-4ED2-BE07-F79392362439}" type="pres">
      <dgm:prSet presAssocID="{95775FFE-18AB-43E8-8730-FC2F96EA65AA}" presName="hierChild4" presStyleCnt="0"/>
      <dgm:spPr/>
    </dgm:pt>
    <dgm:pt modelId="{ACBF37C8-7B24-44B4-8292-94F533C36898}" type="pres">
      <dgm:prSet presAssocID="{CC435BBE-6DB4-4A60-AA60-F264A6D8D47E}" presName="Name37" presStyleLbl="parChTrans1D4" presStyleIdx="8" presStyleCnt="11"/>
      <dgm:spPr/>
    </dgm:pt>
    <dgm:pt modelId="{A00599D4-35BF-43BA-8B50-90934C68E8FE}" type="pres">
      <dgm:prSet presAssocID="{88444CF3-8F25-461A-8811-DAC7C0926449}" presName="hierRoot2" presStyleCnt="0">
        <dgm:presLayoutVars>
          <dgm:hierBranch val="init"/>
        </dgm:presLayoutVars>
      </dgm:prSet>
      <dgm:spPr/>
    </dgm:pt>
    <dgm:pt modelId="{498BFD38-13A2-45F1-86ED-542C0B5CC2B3}" type="pres">
      <dgm:prSet presAssocID="{88444CF3-8F25-461A-8811-DAC7C0926449}" presName="rootComposite" presStyleCnt="0"/>
      <dgm:spPr/>
    </dgm:pt>
    <dgm:pt modelId="{84A16F38-3034-4E8D-BE08-8CA77629BEE6}" type="pres">
      <dgm:prSet presAssocID="{88444CF3-8F25-461A-8811-DAC7C0926449}" presName="rootText" presStyleLbl="node4" presStyleIdx="8" presStyleCnt="11">
        <dgm:presLayoutVars>
          <dgm:chPref val="3"/>
        </dgm:presLayoutVars>
      </dgm:prSet>
      <dgm:spPr/>
    </dgm:pt>
    <dgm:pt modelId="{649D566E-02EE-4BC7-891C-2C5B0BC318FE}" type="pres">
      <dgm:prSet presAssocID="{88444CF3-8F25-461A-8811-DAC7C0926449}" presName="rootConnector" presStyleLbl="node4" presStyleIdx="8" presStyleCnt="11"/>
      <dgm:spPr/>
    </dgm:pt>
    <dgm:pt modelId="{85DA3AF0-152C-4A00-8ECF-70B0D2173F1E}" type="pres">
      <dgm:prSet presAssocID="{88444CF3-8F25-461A-8811-DAC7C0926449}" presName="hierChild4" presStyleCnt="0"/>
      <dgm:spPr/>
    </dgm:pt>
    <dgm:pt modelId="{FAA987F8-CE6A-4F5C-B77A-E9FA7C2BDBB3}" type="pres">
      <dgm:prSet presAssocID="{88444CF3-8F25-461A-8811-DAC7C0926449}" presName="hierChild5" presStyleCnt="0"/>
      <dgm:spPr/>
    </dgm:pt>
    <dgm:pt modelId="{1FEF308A-2115-43E7-9CD9-256AE44B2B4C}" type="pres">
      <dgm:prSet presAssocID="{65EE72DC-B07C-44FB-9FC6-28E98871D406}" presName="Name37" presStyleLbl="parChTrans1D4" presStyleIdx="9" presStyleCnt="11"/>
      <dgm:spPr/>
    </dgm:pt>
    <dgm:pt modelId="{A8C7065B-D2BF-4F90-9024-759F733F9188}" type="pres">
      <dgm:prSet presAssocID="{2958B479-3738-4235-8378-6EBB429DF423}" presName="hierRoot2" presStyleCnt="0">
        <dgm:presLayoutVars>
          <dgm:hierBranch val="init"/>
        </dgm:presLayoutVars>
      </dgm:prSet>
      <dgm:spPr/>
    </dgm:pt>
    <dgm:pt modelId="{CF8F04B3-9CED-410A-942E-47B0876FD8DC}" type="pres">
      <dgm:prSet presAssocID="{2958B479-3738-4235-8378-6EBB429DF423}" presName="rootComposite" presStyleCnt="0"/>
      <dgm:spPr/>
    </dgm:pt>
    <dgm:pt modelId="{7FDBE538-1251-4011-867F-23EB1A227FC6}" type="pres">
      <dgm:prSet presAssocID="{2958B479-3738-4235-8378-6EBB429DF423}" presName="rootText" presStyleLbl="node4" presStyleIdx="9" presStyleCnt="11">
        <dgm:presLayoutVars>
          <dgm:chPref val="3"/>
        </dgm:presLayoutVars>
      </dgm:prSet>
      <dgm:spPr/>
    </dgm:pt>
    <dgm:pt modelId="{C4C92A28-D989-41D4-A615-51A64273EECE}" type="pres">
      <dgm:prSet presAssocID="{2958B479-3738-4235-8378-6EBB429DF423}" presName="rootConnector" presStyleLbl="node4" presStyleIdx="9" presStyleCnt="11"/>
      <dgm:spPr/>
    </dgm:pt>
    <dgm:pt modelId="{DF453755-346E-4B5E-8530-88F5A984114B}" type="pres">
      <dgm:prSet presAssocID="{2958B479-3738-4235-8378-6EBB429DF423}" presName="hierChild4" presStyleCnt="0"/>
      <dgm:spPr/>
    </dgm:pt>
    <dgm:pt modelId="{050923B4-42AD-4BEB-9CE8-A49B6F33AE82}" type="pres">
      <dgm:prSet presAssocID="{2958B479-3738-4235-8378-6EBB429DF423}" presName="hierChild5" presStyleCnt="0"/>
      <dgm:spPr/>
    </dgm:pt>
    <dgm:pt modelId="{D0B8AA73-6DC1-4FA2-8675-301EF1E20014}" type="pres">
      <dgm:prSet presAssocID="{DA071854-792E-4BC7-8CB9-BD7A9528F119}" presName="Name37" presStyleLbl="parChTrans1D4" presStyleIdx="10" presStyleCnt="11"/>
      <dgm:spPr/>
    </dgm:pt>
    <dgm:pt modelId="{CA0AFA10-9DF9-4782-9467-E86FCB6F15FB}" type="pres">
      <dgm:prSet presAssocID="{69532D0F-B830-4759-AB93-E316E16D9A2B}" presName="hierRoot2" presStyleCnt="0">
        <dgm:presLayoutVars>
          <dgm:hierBranch val="init"/>
        </dgm:presLayoutVars>
      </dgm:prSet>
      <dgm:spPr/>
    </dgm:pt>
    <dgm:pt modelId="{3B34B8EA-DB7D-4294-BF87-C1D908D2136E}" type="pres">
      <dgm:prSet presAssocID="{69532D0F-B830-4759-AB93-E316E16D9A2B}" presName="rootComposite" presStyleCnt="0"/>
      <dgm:spPr/>
    </dgm:pt>
    <dgm:pt modelId="{FCFE15F8-4D9A-4B8F-925C-8E042B13FCC4}" type="pres">
      <dgm:prSet presAssocID="{69532D0F-B830-4759-AB93-E316E16D9A2B}" presName="rootText" presStyleLbl="node4" presStyleIdx="10" presStyleCnt="11">
        <dgm:presLayoutVars>
          <dgm:chPref val="3"/>
        </dgm:presLayoutVars>
      </dgm:prSet>
      <dgm:spPr/>
    </dgm:pt>
    <dgm:pt modelId="{3FAAB852-CFD8-4D96-954A-A5EBDAF94910}" type="pres">
      <dgm:prSet presAssocID="{69532D0F-B830-4759-AB93-E316E16D9A2B}" presName="rootConnector" presStyleLbl="node4" presStyleIdx="10" presStyleCnt="11"/>
      <dgm:spPr/>
    </dgm:pt>
    <dgm:pt modelId="{10CC7367-CE71-4E4C-910B-A949292A16F1}" type="pres">
      <dgm:prSet presAssocID="{69532D0F-B830-4759-AB93-E316E16D9A2B}" presName="hierChild4" presStyleCnt="0"/>
      <dgm:spPr/>
    </dgm:pt>
    <dgm:pt modelId="{7AC55DC9-B8A5-4C18-9648-DE84607574CD}" type="pres">
      <dgm:prSet presAssocID="{69532D0F-B830-4759-AB93-E316E16D9A2B}" presName="hierChild5" presStyleCnt="0"/>
      <dgm:spPr/>
    </dgm:pt>
    <dgm:pt modelId="{8D32EC18-2C29-41FE-ABDE-05C3A196C21D}" type="pres">
      <dgm:prSet presAssocID="{95775FFE-18AB-43E8-8730-FC2F96EA65AA}" presName="hierChild5" presStyleCnt="0"/>
      <dgm:spPr/>
    </dgm:pt>
    <dgm:pt modelId="{63C61CFD-052F-4554-A080-2C57757D426A}" type="pres">
      <dgm:prSet presAssocID="{52C1A70D-286B-44C1-8FF8-D18750AAA522}" presName="Name37" presStyleLbl="parChTrans1D3" presStyleIdx="8" presStyleCnt="9"/>
      <dgm:spPr/>
    </dgm:pt>
    <dgm:pt modelId="{F2F9A6CF-ED4E-4283-BAFE-DFD6BDD84989}" type="pres">
      <dgm:prSet presAssocID="{812193B6-4634-456E-BFCF-844825E2AFE2}" presName="hierRoot2" presStyleCnt="0">
        <dgm:presLayoutVars>
          <dgm:hierBranch val="init"/>
        </dgm:presLayoutVars>
      </dgm:prSet>
      <dgm:spPr/>
    </dgm:pt>
    <dgm:pt modelId="{EA3EB57C-433B-4EC2-A9D2-ACB76A602567}" type="pres">
      <dgm:prSet presAssocID="{812193B6-4634-456E-BFCF-844825E2AFE2}" presName="rootComposite" presStyleCnt="0"/>
      <dgm:spPr/>
    </dgm:pt>
    <dgm:pt modelId="{710F81AE-70A1-4E83-8173-A2A21A78F934}" type="pres">
      <dgm:prSet presAssocID="{812193B6-4634-456E-BFCF-844825E2AFE2}" presName="rootText" presStyleLbl="node3" presStyleIdx="8" presStyleCnt="9">
        <dgm:presLayoutVars>
          <dgm:chPref val="3"/>
        </dgm:presLayoutVars>
      </dgm:prSet>
      <dgm:spPr/>
    </dgm:pt>
    <dgm:pt modelId="{CACCD6A7-0841-4BB3-A502-7899F103D535}" type="pres">
      <dgm:prSet presAssocID="{812193B6-4634-456E-BFCF-844825E2AFE2}" presName="rootConnector" presStyleLbl="node3" presStyleIdx="8" presStyleCnt="9"/>
      <dgm:spPr/>
    </dgm:pt>
    <dgm:pt modelId="{A372683E-6A6D-43A7-ABE4-5E9FBD822723}" type="pres">
      <dgm:prSet presAssocID="{812193B6-4634-456E-BFCF-844825E2AFE2}" presName="hierChild4" presStyleCnt="0"/>
      <dgm:spPr/>
    </dgm:pt>
    <dgm:pt modelId="{D892E893-DB30-484F-A99A-6C244B7CFED8}" type="pres">
      <dgm:prSet presAssocID="{812193B6-4634-456E-BFCF-844825E2AFE2}" presName="hierChild5" presStyleCnt="0"/>
      <dgm:spPr/>
    </dgm:pt>
    <dgm:pt modelId="{87E4DD6C-B227-46BC-824B-BE317126E089}" type="pres">
      <dgm:prSet presAssocID="{7D456D68-7760-49FD-8A26-340A576086E1}" presName="hierChild5" presStyleCnt="0"/>
      <dgm:spPr/>
    </dgm:pt>
    <dgm:pt modelId="{B844ABFA-FCD2-4249-919A-A285C6DDE7DF}" type="pres">
      <dgm:prSet presAssocID="{4BED6A0F-BB08-4E2A-BC26-0CD93FED0F70}" presName="hierChild3" presStyleCnt="0"/>
      <dgm:spPr/>
    </dgm:pt>
  </dgm:ptLst>
  <dgm:cxnLst>
    <dgm:cxn modelId="{9FE23E00-2069-4CF7-B4CF-EF942380099A}" srcId="{4BED6A0F-BB08-4E2A-BC26-0CD93FED0F70}" destId="{7D456D68-7760-49FD-8A26-340A576086E1}" srcOrd="4" destOrd="0" parTransId="{21534893-2AD4-4719-9614-876FBAE571B3}" sibTransId="{11EF9DD4-B599-4F3C-B53D-0D89A0AD7E9C}"/>
    <dgm:cxn modelId="{EF1FB601-A0B8-446B-B73B-DF8E2FF93445}" type="presOf" srcId="{95775FFE-18AB-43E8-8730-FC2F96EA65AA}" destId="{C72A4CBF-2A9F-460D-AE30-3BA2E2FCDD5E}" srcOrd="0" destOrd="0" presId="urn:microsoft.com/office/officeart/2005/8/layout/orgChart1"/>
    <dgm:cxn modelId="{A3547D02-1EB4-4EFB-89A2-383569C40985}" type="presOf" srcId="{049A416E-E7B1-4C70-8E3F-82FC4473D626}" destId="{D6EDB274-CED1-4008-BDFA-F816AD2B6B4D}" srcOrd="0" destOrd="0" presId="urn:microsoft.com/office/officeart/2005/8/layout/orgChart1"/>
    <dgm:cxn modelId="{0FEC6C06-9AEB-49AB-8133-ABE7C3591DDA}" type="presOf" srcId="{52C1A70D-286B-44C1-8FF8-D18750AAA522}" destId="{63C61CFD-052F-4554-A080-2C57757D426A}" srcOrd="0" destOrd="0" presId="urn:microsoft.com/office/officeart/2005/8/layout/orgChart1"/>
    <dgm:cxn modelId="{691A2E08-75CF-4768-9265-BA0AED1A1226}" srcId="{6EFF766A-6375-4385-9CEA-49C920E06871}" destId="{61CE35BC-1AC7-4F7E-8E59-42973A820E88}" srcOrd="0" destOrd="0" parTransId="{2E1183F9-1E1B-40B1-80B9-D389D885FCA4}" sibTransId="{7A9692F1-A872-44B2-8F83-63A735A49D2B}"/>
    <dgm:cxn modelId="{6B92130A-DF8C-4980-A83C-953049FABBC4}" srcId="{3EA7C2EE-8364-4760-A3E1-B31E7F2AEC47}" destId="{A7AAA0CA-8698-4CC9-A815-E0FD8783F80C}" srcOrd="1" destOrd="0" parTransId="{427BEA18-689E-4EC6-9756-84CBC691BEAF}" sibTransId="{5C01581D-A1C9-4219-AB43-652A1EB154F5}"/>
    <dgm:cxn modelId="{CCC3C510-E39D-4A77-B3E7-B5EC6B38245F}" type="presOf" srcId="{21534893-2AD4-4719-9614-876FBAE571B3}" destId="{57AE5089-DA10-495E-AD71-BB970AE2E4AD}" srcOrd="0" destOrd="0" presId="urn:microsoft.com/office/officeart/2005/8/layout/orgChart1"/>
    <dgm:cxn modelId="{FF5A7311-FBD5-45B3-B28E-F983E9C30204}" srcId="{4F100580-B124-4E8C-9F2E-0A481BA457D4}" destId="{682EF0B1-87C3-447F-99BB-066B7E968502}" srcOrd="0" destOrd="0" parTransId="{398281E1-DA63-4127-ACD9-18EFFA9463AC}" sibTransId="{CC99E670-1B97-4278-A6DD-E1BB71FA5A84}"/>
    <dgm:cxn modelId="{9D924212-E0D5-42DA-B452-8BDC76F5E3B1}" type="presOf" srcId="{6EFF766A-6375-4385-9CEA-49C920E06871}" destId="{AD34C3F4-0845-4453-9104-27470FCD7C82}" srcOrd="0" destOrd="0" presId="urn:microsoft.com/office/officeart/2005/8/layout/orgChart1"/>
    <dgm:cxn modelId="{0306AB13-2DE6-4041-AB2C-DEA4F82A07D3}" type="presOf" srcId="{812193B6-4634-456E-BFCF-844825E2AFE2}" destId="{710F81AE-70A1-4E83-8173-A2A21A78F934}" srcOrd="0" destOrd="0" presId="urn:microsoft.com/office/officeart/2005/8/layout/orgChart1"/>
    <dgm:cxn modelId="{1788DE14-EE95-49DB-8532-A8B61272063D}" type="presOf" srcId="{88444CF3-8F25-461A-8811-DAC7C0926449}" destId="{649D566E-02EE-4BC7-891C-2C5B0BC318FE}" srcOrd="1" destOrd="0" presId="urn:microsoft.com/office/officeart/2005/8/layout/orgChart1"/>
    <dgm:cxn modelId="{673B8618-26C5-41E8-922C-E9D4DAAACD21}" type="presOf" srcId="{BFAF9377-E52F-48FA-94A9-82C5FA707595}" destId="{D1F95134-1D9A-47E7-9EDE-B354B1EC6004}" srcOrd="0" destOrd="0" presId="urn:microsoft.com/office/officeart/2005/8/layout/orgChart1"/>
    <dgm:cxn modelId="{8E7F0F19-7D1F-4C89-860A-376571F376CA}" type="presOf" srcId="{A8E95B26-EAE5-467D-B3A8-57DFF193016E}" destId="{73DAC1B1-A778-49F0-9D9F-C84A9700250B}" srcOrd="0" destOrd="0" presId="urn:microsoft.com/office/officeart/2005/8/layout/orgChart1"/>
    <dgm:cxn modelId="{CDDF9019-DC43-4B97-AF82-274E0589A2F1}" type="presOf" srcId="{C84C8939-C03F-4CFE-BBDD-34A61C46B275}" destId="{A11D02D9-CF46-49FC-A728-B0F00BCD95C8}" srcOrd="1" destOrd="0" presId="urn:microsoft.com/office/officeart/2005/8/layout/orgChart1"/>
    <dgm:cxn modelId="{6B16341D-6A36-43D1-8F46-CE09FB8A7BF6}" srcId="{15987543-3AB7-4C8B-A248-23BA75CD3E29}" destId="{F3D953A5-9C62-4316-B0E8-BDFC2BADA4F5}" srcOrd="0" destOrd="0" parTransId="{954A4F30-AB58-48EE-8870-8A7A420D0042}" sibTransId="{E9CDC304-A7E8-4E90-9D5D-54F4ED4FE560}"/>
    <dgm:cxn modelId="{1F7C0A20-EE7F-42AF-8E72-E49E9361A7F2}" type="presOf" srcId="{2958B479-3738-4235-8378-6EBB429DF423}" destId="{C4C92A28-D989-41D4-A615-51A64273EECE}" srcOrd="1" destOrd="0" presId="urn:microsoft.com/office/officeart/2005/8/layout/orgChart1"/>
    <dgm:cxn modelId="{A522BC24-0EB6-4AA5-95B6-F1EBD6D085D5}" srcId="{4BED6A0F-BB08-4E2A-BC26-0CD93FED0F70}" destId="{CDFD874E-18E2-4DCB-8B95-DBAE38DE65DA}" srcOrd="2" destOrd="0" parTransId="{6A550319-86C5-4C5A-8352-348232F82F59}" sibTransId="{49305E03-67AF-48C4-87CF-0E45CDAE7461}"/>
    <dgm:cxn modelId="{3C313129-5703-4CCB-88D3-C667DE3B5FBE}" type="presOf" srcId="{954A4F30-AB58-48EE-8870-8A7A420D0042}" destId="{8F500987-5D14-4602-8BF9-2A0CE1E75E39}" srcOrd="0" destOrd="0" presId="urn:microsoft.com/office/officeart/2005/8/layout/orgChart1"/>
    <dgm:cxn modelId="{6EF1B62C-8193-41E0-A9F1-DA8911B26E5E}" type="presOf" srcId="{A5E7B7AA-D1FC-4B5A-A302-EDF64BE97C01}" destId="{281EA3B5-786A-4D96-9FDF-270EA4192341}" srcOrd="0" destOrd="0" presId="urn:microsoft.com/office/officeart/2005/8/layout/orgChart1"/>
    <dgm:cxn modelId="{2D9F8A30-F583-44AB-84D6-056A40ECE758}" type="presOf" srcId="{B150EE29-386E-4D9E-974B-87BEE61FE199}" destId="{009DFD6D-FF9A-4AB9-A333-9D0F8004B6EF}" srcOrd="0" destOrd="0" presId="urn:microsoft.com/office/officeart/2005/8/layout/orgChart1"/>
    <dgm:cxn modelId="{76C67037-002F-4B73-9C6D-B2AAD5B2011E}" type="presOf" srcId="{5914D528-E95D-4BC3-ABD7-B9008CE407E4}" destId="{E95FDE01-D5AD-425D-A0E9-CC365DF2CFE4}" srcOrd="1" destOrd="0" presId="urn:microsoft.com/office/officeart/2005/8/layout/orgChart1"/>
    <dgm:cxn modelId="{6975ED3A-36CB-4498-B011-D1482439A376}" type="presOf" srcId="{4F100580-B124-4E8C-9F2E-0A481BA457D4}" destId="{A003AB92-266D-4470-BDCE-4A845A14408E}" srcOrd="1" destOrd="0" presId="urn:microsoft.com/office/officeart/2005/8/layout/orgChart1"/>
    <dgm:cxn modelId="{B8A2F83E-3E79-4404-B773-2DD1C33B8739}" type="presOf" srcId="{15987543-3AB7-4C8B-A248-23BA75CD3E29}" destId="{06F599C6-FB93-4762-B6FC-E06C7063078E}" srcOrd="1" destOrd="0" presId="urn:microsoft.com/office/officeart/2005/8/layout/orgChart1"/>
    <dgm:cxn modelId="{A6BC6B5D-3A1E-4705-BA26-1F063C77989A}" type="presOf" srcId="{57355EED-DC72-45CC-AD91-28F9C3D6F849}" destId="{9C88C3D8-41D2-4E7A-88D4-63FD18659E7E}" srcOrd="1" destOrd="0" presId="urn:microsoft.com/office/officeart/2005/8/layout/orgChart1"/>
    <dgm:cxn modelId="{5CE7CC5D-5770-4C47-8B5F-FB9D2CE3F409}" srcId="{6EFF766A-6375-4385-9CEA-49C920E06871}" destId="{C84C8939-C03F-4CFE-BBDD-34A61C46B275}" srcOrd="2" destOrd="0" parTransId="{7DF5870D-57AF-42B8-AB81-C43DEA0D2490}" sibTransId="{CF22DD66-42D9-4162-A0AB-70D86EC86973}"/>
    <dgm:cxn modelId="{80686860-0B56-495D-92F9-362485D5DD93}" type="presOf" srcId="{69532D0F-B830-4759-AB93-E316E16D9A2B}" destId="{FCFE15F8-4D9A-4B8F-925C-8E042B13FCC4}" srcOrd="0" destOrd="0" presId="urn:microsoft.com/office/officeart/2005/8/layout/orgChart1"/>
    <dgm:cxn modelId="{CA006661-4B6A-4F07-BD61-41431A4471FA}" type="presOf" srcId="{2958B479-3738-4235-8378-6EBB429DF423}" destId="{7FDBE538-1251-4011-867F-23EB1A227FC6}" srcOrd="0" destOrd="0" presId="urn:microsoft.com/office/officeart/2005/8/layout/orgChart1"/>
    <dgm:cxn modelId="{456C6262-E37B-4F7C-9A14-B146AA621BA3}" type="presOf" srcId="{88444CF3-8F25-461A-8811-DAC7C0926449}" destId="{84A16F38-3034-4E8D-BE08-8CA77629BEE6}" srcOrd="0" destOrd="0" presId="urn:microsoft.com/office/officeart/2005/8/layout/orgChart1"/>
    <dgm:cxn modelId="{699B1163-58A1-47E7-9871-D6C86BE5966E}" srcId="{76794D97-5CDA-4948-939A-6254DBFE8F2E}" destId="{4BED6A0F-BB08-4E2A-BC26-0CD93FED0F70}" srcOrd="0" destOrd="0" parTransId="{8AB4E40A-28CD-46E3-8421-588984BDDC10}" sibTransId="{563E28F9-43E2-4FBE-B582-8D60D3A8A7F0}"/>
    <dgm:cxn modelId="{90077F63-5DB8-400C-B503-7A2A5CB722D1}" type="presOf" srcId="{D05224BB-2BD4-4BE9-BF0E-BE4C73F9F218}" destId="{EBC3B2F8-401B-4D34-BF75-738546AE6BEC}" srcOrd="1" destOrd="0" presId="urn:microsoft.com/office/officeart/2005/8/layout/orgChart1"/>
    <dgm:cxn modelId="{EADDF063-65A1-4CA5-A7C7-FC823437A660}" type="presOf" srcId="{6EFF766A-6375-4385-9CEA-49C920E06871}" destId="{B8364AFE-5CBF-48CE-82DB-E7CE76F087EA}" srcOrd="1" destOrd="0" presId="urn:microsoft.com/office/officeart/2005/8/layout/orgChart1"/>
    <dgm:cxn modelId="{23356064-A605-442E-8662-46766E1C527F}" srcId="{95775FFE-18AB-43E8-8730-FC2F96EA65AA}" destId="{88444CF3-8F25-461A-8811-DAC7C0926449}" srcOrd="0" destOrd="0" parTransId="{CC435BBE-6DB4-4A60-AA60-F264A6D8D47E}" sibTransId="{32591399-DE75-459D-9974-E7A9F4C024AB}"/>
    <dgm:cxn modelId="{62D23045-A9A0-4E68-91DF-DC86FDC69BFA}" type="presOf" srcId="{7D456D68-7760-49FD-8A26-340A576086E1}" destId="{1B1027C6-3A18-4BD0-9328-7CA8B7D1AF62}" srcOrd="0" destOrd="0" presId="urn:microsoft.com/office/officeart/2005/8/layout/orgChart1"/>
    <dgm:cxn modelId="{A99AB349-C0DC-490D-A918-5D332D9A610B}" type="presOf" srcId="{69532D0F-B830-4759-AB93-E316E16D9A2B}" destId="{3FAAB852-CFD8-4D96-954A-A5EBDAF94910}" srcOrd="1" destOrd="0" presId="urn:microsoft.com/office/officeart/2005/8/layout/orgChart1"/>
    <dgm:cxn modelId="{49240D4C-0C6F-46B9-9EAF-8BC084C3F04E}" type="presOf" srcId="{2E1183F9-1E1B-40B1-80B9-D389D885FCA4}" destId="{11DBCB13-7D93-40D4-B92A-7C5C4A0B2BFD}" srcOrd="0" destOrd="0" presId="urn:microsoft.com/office/officeart/2005/8/layout/orgChart1"/>
    <dgm:cxn modelId="{98D92C4C-8F11-439A-8A47-B39AA2682131}" type="presOf" srcId="{F7771F08-F969-4723-9AB5-009D37AE014B}" destId="{5DE3CB8E-052E-4061-940D-F8509BCCFCFE}" srcOrd="0" destOrd="0" presId="urn:microsoft.com/office/officeart/2005/8/layout/orgChart1"/>
    <dgm:cxn modelId="{95A0476D-6D2C-4B0F-A88D-62BAC88203B1}" type="presOf" srcId="{74181AE8-DBDE-447F-8F6F-F50D5FCB2DE7}" destId="{D1374389-CC13-447E-945D-06038F2EB9E2}" srcOrd="0" destOrd="0" presId="urn:microsoft.com/office/officeart/2005/8/layout/orgChart1"/>
    <dgm:cxn modelId="{36BA1C4E-EB00-4CCF-ACDB-C53BA11B91B7}" type="presOf" srcId="{A7AAA0CA-8698-4CC9-A815-E0FD8783F80C}" destId="{961FCBA1-DB11-42F3-B7F0-94B713E008BA}" srcOrd="1" destOrd="0" presId="urn:microsoft.com/office/officeart/2005/8/layout/orgChart1"/>
    <dgm:cxn modelId="{D2F3234F-CF26-4F3F-B1B4-7B1AF2DFF1F9}" type="presOf" srcId="{682EF0B1-87C3-447F-99BB-066B7E968502}" destId="{48326EEC-BA37-4B24-847A-4C1C7E9860D9}" srcOrd="1" destOrd="0" presId="urn:microsoft.com/office/officeart/2005/8/layout/orgChart1"/>
    <dgm:cxn modelId="{67541F51-E0A0-4896-BDE5-983894FB505F}" type="presOf" srcId="{1A8CBF76-FAA9-4A40-B253-3279C9D55076}" destId="{57741906-41C6-4B53-ACC6-DC0ECF97B4D3}" srcOrd="1" destOrd="0" presId="urn:microsoft.com/office/officeart/2005/8/layout/orgChart1"/>
    <dgm:cxn modelId="{3BFA2071-47D1-483F-AB61-B87C2164C01E}" type="presOf" srcId="{E2E43852-4623-4D16-B5CE-15ED9748626F}" destId="{FE09D4D7-E09A-4FF1-97B2-CEFF2B443F95}" srcOrd="0" destOrd="0" presId="urn:microsoft.com/office/officeart/2005/8/layout/orgChart1"/>
    <dgm:cxn modelId="{5645C372-5D8D-4315-BB7B-7F496F5C0A1C}" type="presOf" srcId="{4E0AFF94-121F-4B9F-A8D5-AF8980F1A32D}" destId="{BEB207B4-98D5-48A6-A4AD-D00D4FC8EEE1}" srcOrd="0" destOrd="0" presId="urn:microsoft.com/office/officeart/2005/8/layout/orgChart1"/>
    <dgm:cxn modelId="{8618F473-F264-4CE1-B53D-2086B96E2C45}" type="presOf" srcId="{9EDA4DD4-FB26-49A4-9370-1BE79E04B67E}" destId="{CD1CE43C-6FE1-4BD1-969C-A70A6E4C2F94}" srcOrd="0" destOrd="0" presId="urn:microsoft.com/office/officeart/2005/8/layout/orgChart1"/>
    <dgm:cxn modelId="{FB109574-DF54-45DF-B8A8-B7C4BE382F7C}" srcId="{6EFF766A-6375-4385-9CEA-49C920E06871}" destId="{FA086F40-FC15-423D-A576-AD76EE9E014C}" srcOrd="3" destOrd="0" parTransId="{03A1C163-6CAF-4E61-B88A-6DB0A43D6DE1}" sibTransId="{C80BC1B5-CD50-4ABB-822C-411783C0E90E}"/>
    <dgm:cxn modelId="{B4249855-05B4-4D90-9D57-1F5E37724175}" type="presOf" srcId="{4BED6A0F-BB08-4E2A-BC26-0CD93FED0F70}" destId="{EEEA3F0C-01D6-4490-A4A4-89EC21E610E3}" srcOrd="0" destOrd="0" presId="urn:microsoft.com/office/officeart/2005/8/layout/orgChart1"/>
    <dgm:cxn modelId="{AFF0AC55-A1CA-49E5-BCC2-08FCE84FE817}" type="presOf" srcId="{FA086F40-FC15-423D-A576-AD76EE9E014C}" destId="{A86B76D8-F978-4CCA-8CAF-2D66BDAE3F83}" srcOrd="0" destOrd="0" presId="urn:microsoft.com/office/officeart/2005/8/layout/orgChart1"/>
    <dgm:cxn modelId="{D554D176-7781-4FD8-9A78-F9ADE62BE80E}" type="presOf" srcId="{65EE72DC-B07C-44FB-9FC6-28E98871D406}" destId="{1FEF308A-2115-43E7-9CD9-256AE44B2B4C}" srcOrd="0" destOrd="0" presId="urn:microsoft.com/office/officeart/2005/8/layout/orgChart1"/>
    <dgm:cxn modelId="{AADB3258-B370-4F2A-8AEE-095CDA776FC3}" srcId="{4BED6A0F-BB08-4E2A-BC26-0CD93FED0F70}" destId="{3EA7C2EE-8364-4760-A3E1-B31E7F2AEC47}" srcOrd="3" destOrd="0" parTransId="{BFAF9377-E52F-48FA-94A9-82C5FA707595}" sibTransId="{E620614E-98E3-46AB-BF5C-25BDF6273B88}"/>
    <dgm:cxn modelId="{2125715A-3754-4D46-9349-744C02F7AF07}" type="presOf" srcId="{03A1C163-6CAF-4E61-B88A-6DB0A43D6DE1}" destId="{1A728685-F2AE-4F0E-8FB9-2E8CAEFF0388}" srcOrd="0" destOrd="0" presId="urn:microsoft.com/office/officeart/2005/8/layout/orgChart1"/>
    <dgm:cxn modelId="{E6D3C07B-598B-4377-B95D-C5E907314FF9}" type="presOf" srcId="{F3D953A5-9C62-4316-B0E8-BDFC2BADA4F5}" destId="{33985D27-27F4-47C9-BBA0-09A084AF2218}" srcOrd="0" destOrd="0" presId="urn:microsoft.com/office/officeart/2005/8/layout/orgChart1"/>
    <dgm:cxn modelId="{D4D4647E-0BE7-4B5C-ABAE-799CB93F4E5F}" type="presOf" srcId="{3EA7C2EE-8364-4760-A3E1-B31E7F2AEC47}" destId="{8DAABED1-8CE5-4CAD-A937-C556D9563437}" srcOrd="0" destOrd="0" presId="urn:microsoft.com/office/officeart/2005/8/layout/orgChart1"/>
    <dgm:cxn modelId="{07014C7F-5F94-4ECF-B383-9DA00E570ECC}" type="presOf" srcId="{57355EED-DC72-45CC-AD91-28F9C3D6F849}" destId="{1F4A49E2-6D03-46D4-B32C-3CE6E7A2AB55}" srcOrd="0" destOrd="0" presId="urn:microsoft.com/office/officeart/2005/8/layout/orgChart1"/>
    <dgm:cxn modelId="{FB410180-8F05-4506-A4CF-D02667C341CE}" srcId="{7D456D68-7760-49FD-8A26-340A576086E1}" destId="{15987543-3AB7-4C8B-A248-23BA75CD3E29}" srcOrd="0" destOrd="0" parTransId="{049A416E-E7B1-4C70-8E3F-82FC4473D626}" sibTransId="{CB86248A-CAA9-4F2D-AB7C-3AF0201AA039}"/>
    <dgm:cxn modelId="{F24A5D81-FAC7-4EF7-A7F1-CF8DEDB6F3C7}" type="presOf" srcId="{2289F604-608C-4105-B3ED-A88D5FD6FE83}" destId="{F941564C-5A31-4D0C-8C51-65B5F999426C}" srcOrd="1" destOrd="0" presId="urn:microsoft.com/office/officeart/2005/8/layout/orgChart1"/>
    <dgm:cxn modelId="{E4F54083-D5A3-43F3-B699-EC19D3BF3F6D}" type="presOf" srcId="{A7AAA0CA-8698-4CC9-A815-E0FD8783F80C}" destId="{6FD53D4D-08EF-4CD6-94E2-A8C6C0CE91C7}" srcOrd="0" destOrd="0" presId="urn:microsoft.com/office/officeart/2005/8/layout/orgChart1"/>
    <dgm:cxn modelId="{EDDC9789-DDEA-4BB0-A5E5-B22BE6C23D89}" type="presOf" srcId="{11BEF303-EEA4-40E8-BAE9-2D8293B42253}" destId="{7A48A3BF-B21F-4E61-B64B-195C3BD17B37}" srcOrd="0" destOrd="0" presId="urn:microsoft.com/office/officeart/2005/8/layout/orgChart1"/>
    <dgm:cxn modelId="{D687DC89-19E5-45D3-A9FF-643DB897F7C6}" type="presOf" srcId="{17E65CDD-2BF9-47EB-91D9-04DA8AE5189A}" destId="{AE20C09B-A6BA-45F6-A1A0-6C13D760608E}" srcOrd="0" destOrd="0" presId="urn:microsoft.com/office/officeart/2005/8/layout/orgChart1"/>
    <dgm:cxn modelId="{5209308C-4265-48D9-B6FF-A6ED01057100}" type="presOf" srcId="{61CE35BC-1AC7-4F7E-8E59-42973A820E88}" destId="{0458A947-016E-48B5-831C-1049795EB770}" srcOrd="0" destOrd="0" presId="urn:microsoft.com/office/officeart/2005/8/layout/orgChart1"/>
    <dgm:cxn modelId="{495F8A8D-8DC1-4FD9-A4D5-B3D51A30B126}" type="presOf" srcId="{2289F604-608C-4105-B3ED-A88D5FD6FE83}" destId="{79A1F8DA-A2D4-4BFB-8AEA-23C468FCC7CC}" srcOrd="0" destOrd="0" presId="urn:microsoft.com/office/officeart/2005/8/layout/orgChart1"/>
    <dgm:cxn modelId="{C871E68F-637C-403A-AAFB-46872D7177C1}" srcId="{7D456D68-7760-49FD-8A26-340A576086E1}" destId="{812193B6-4634-456E-BFCF-844825E2AFE2}" srcOrd="2" destOrd="0" parTransId="{52C1A70D-286B-44C1-8FF8-D18750AAA522}" sibTransId="{5B619F6C-153C-4960-8E52-6D382064951E}"/>
    <dgm:cxn modelId="{83D4819C-A3F1-41A9-8F9F-6741A2F15A75}" type="presOf" srcId="{1303AEF8-4C49-4749-A42B-9F6ECC3AB1D9}" destId="{BD7E204D-CED3-4371-8109-2DBDB7BCBDED}" srcOrd="0" destOrd="0" presId="urn:microsoft.com/office/officeart/2005/8/layout/orgChart1"/>
    <dgm:cxn modelId="{C9F6D29D-EB8B-4ACF-B747-2246B346A942}" type="presOf" srcId="{2840AD38-414E-4C42-BF70-4194EEEE27A4}" destId="{C631F7F8-D5BC-4100-ABF9-542B71A431CF}" srcOrd="0" destOrd="0" presId="urn:microsoft.com/office/officeart/2005/8/layout/orgChart1"/>
    <dgm:cxn modelId="{567EB6A1-0604-4C47-ADBF-85417629C704}" type="presOf" srcId="{DA071854-792E-4BC7-8CB9-BD7A9528F119}" destId="{D0B8AA73-6DC1-4FA2-8675-301EF1E20014}" srcOrd="0" destOrd="0" presId="urn:microsoft.com/office/officeart/2005/8/layout/orgChart1"/>
    <dgm:cxn modelId="{D1A630AF-453F-4C7F-AD8A-69B1834168D0}" srcId="{3EA7C2EE-8364-4760-A3E1-B31E7F2AEC47}" destId="{D05224BB-2BD4-4BE9-BF0E-BE4C73F9F218}" srcOrd="4" destOrd="0" parTransId="{F7771F08-F969-4723-9AB5-009D37AE014B}" sibTransId="{3CC9C4D7-0752-4238-90B5-02F8891EC9B4}"/>
    <dgm:cxn modelId="{C7B0E2B5-0203-40B6-A364-F00BDCAE3B52}" type="presOf" srcId="{CDFD874E-18E2-4DCB-8B95-DBAE38DE65DA}" destId="{285E169B-097D-45AE-8F20-8B1DA4AD2F57}" srcOrd="1" destOrd="0" presId="urn:microsoft.com/office/officeart/2005/8/layout/orgChart1"/>
    <dgm:cxn modelId="{3BF227B6-EA25-4392-BE58-CBAE8F8DEB24}" type="presOf" srcId="{A5E7B7AA-D1FC-4B5A-A302-EDF64BE97C01}" destId="{31A038B0-5E25-4C1D-9B10-5084ECBE658A}" srcOrd="1" destOrd="0" presId="urn:microsoft.com/office/officeart/2005/8/layout/orgChart1"/>
    <dgm:cxn modelId="{00E4E8B6-BCBE-499D-8E14-A35A59DD7F1C}" srcId="{3EA7C2EE-8364-4760-A3E1-B31E7F2AEC47}" destId="{5914D528-E95D-4BC3-ABD7-B9008CE407E4}" srcOrd="2" destOrd="0" parTransId="{4E0AFF94-121F-4B9F-A8D5-AF8980F1A32D}" sibTransId="{AC96BB62-221D-40CA-9F95-D2066E60B7CA}"/>
    <dgm:cxn modelId="{DF98E2B8-592E-4270-BF72-DB3F8131AEE5}" srcId="{4BED6A0F-BB08-4E2A-BC26-0CD93FED0F70}" destId="{57355EED-DC72-45CC-AD91-28F9C3D6F849}" srcOrd="1" destOrd="0" parTransId="{EEDED55E-3B6D-4873-90F7-4291B83CA67A}" sibTransId="{F22F4185-1D93-4FBB-B56A-6717F81E592C}"/>
    <dgm:cxn modelId="{12F2DBB9-3B66-4CDE-98DA-53DE703C5374}" srcId="{95775FFE-18AB-43E8-8730-FC2F96EA65AA}" destId="{2958B479-3738-4235-8378-6EBB429DF423}" srcOrd="1" destOrd="0" parTransId="{65EE72DC-B07C-44FB-9FC6-28E98871D406}" sibTransId="{CAEB04AC-3259-4915-A0BC-1594DF369FE3}"/>
    <dgm:cxn modelId="{D44AE5BD-579D-4A16-8537-D75A4EA4F240}" srcId="{15987543-3AB7-4C8B-A248-23BA75CD3E29}" destId="{4F100580-B124-4E8C-9F2E-0A481BA457D4}" srcOrd="1" destOrd="0" parTransId="{FE6B5C57-C10D-44D0-B09A-49165D31B616}" sibTransId="{9E487BFB-2882-4C49-8E48-11FCBC9F730C}"/>
    <dgm:cxn modelId="{210103BF-8596-410D-9BF5-BC9362988B3F}" type="presOf" srcId="{4BED6A0F-BB08-4E2A-BC26-0CD93FED0F70}" destId="{79C05FA6-AF8D-49C0-A1D4-D341040EE0EC}" srcOrd="1" destOrd="0" presId="urn:microsoft.com/office/officeart/2005/8/layout/orgChart1"/>
    <dgm:cxn modelId="{00B306C5-9988-4F0F-B04A-B1BCF3F1AD48}" srcId="{6EFF766A-6375-4385-9CEA-49C920E06871}" destId="{2289F604-608C-4105-B3ED-A88D5FD6FE83}" srcOrd="4" destOrd="0" parTransId="{17E65CDD-2BF9-47EB-91D9-04DA8AE5189A}" sibTransId="{87605901-06F3-43B3-B1E9-932317863B2A}"/>
    <dgm:cxn modelId="{26AC39C7-2F05-45F2-836A-986DCBCA5818}" type="presOf" srcId="{7DF5870D-57AF-42B8-AB81-C43DEA0D2490}" destId="{7DD1C4C4-9BDF-4B23-9987-EDC8FF86EF8C}" srcOrd="0" destOrd="0" presId="urn:microsoft.com/office/officeart/2005/8/layout/orgChart1"/>
    <dgm:cxn modelId="{105F7FC7-8D55-49BB-A2DF-E2CE09333606}" type="presOf" srcId="{FA086F40-FC15-423D-A576-AD76EE9E014C}" destId="{8F878786-9101-4326-85D5-55E491BAB707}" srcOrd="1" destOrd="0" presId="urn:microsoft.com/office/officeart/2005/8/layout/orgChart1"/>
    <dgm:cxn modelId="{DEA912C8-EF80-4C82-BE3F-468708A1CAE0}" type="presOf" srcId="{7D456D68-7760-49FD-8A26-340A576086E1}" destId="{E0802424-C047-4B44-A0E4-56ED95D2259E}" srcOrd="1" destOrd="0" presId="urn:microsoft.com/office/officeart/2005/8/layout/orgChart1"/>
    <dgm:cxn modelId="{84D69EC8-CAF1-4FD1-993F-28934AE8A544}" type="presOf" srcId="{C84C8939-C03F-4CFE-BBDD-34A61C46B275}" destId="{882D8585-DF87-405F-9499-57EEDCBBA20A}" srcOrd="0" destOrd="0" presId="urn:microsoft.com/office/officeart/2005/8/layout/orgChart1"/>
    <dgm:cxn modelId="{2758A0C8-C2B8-42BC-876D-BE770C150264}" type="presOf" srcId="{CC435BBE-6DB4-4A60-AA60-F264A6D8D47E}" destId="{ACBF37C8-7B24-44B4-8292-94F533C36898}" srcOrd="0" destOrd="0" presId="urn:microsoft.com/office/officeart/2005/8/layout/orgChart1"/>
    <dgm:cxn modelId="{8D2F7ACA-D13A-4628-8E0D-F4FDB7CE3169}" type="presOf" srcId="{1A8CBF76-FAA9-4A40-B253-3279C9D55076}" destId="{7D79B4E7-906C-4B44-95DF-0278C27B0343}" srcOrd="0" destOrd="0" presId="urn:microsoft.com/office/officeart/2005/8/layout/orgChart1"/>
    <dgm:cxn modelId="{62A708D1-32D2-460B-AB78-13DB9C0BF680}" srcId="{3EA7C2EE-8364-4760-A3E1-B31E7F2AEC47}" destId="{1A8CBF76-FAA9-4A40-B253-3279C9D55076}" srcOrd="0" destOrd="0" parTransId="{74181AE8-DBDE-447F-8F6F-F50D5FCB2DE7}" sibTransId="{C3D79545-F3CF-4B32-87B3-E05943FCF43A}"/>
    <dgm:cxn modelId="{D0DD6FD2-6E90-49CE-A3E2-A698F33C77EA}" type="presOf" srcId="{5914D528-E95D-4BC3-ABD7-B9008CE407E4}" destId="{194A1E86-7D34-4661-8D28-F589B72521AC}" srcOrd="0" destOrd="0" presId="urn:microsoft.com/office/officeart/2005/8/layout/orgChart1"/>
    <dgm:cxn modelId="{56FCB0D2-1633-403E-BC8C-67558046D224}" type="presOf" srcId="{1303AEF8-4C49-4749-A42B-9F6ECC3AB1D9}" destId="{F5FC3701-068F-49F4-B05D-D76952DF7F42}" srcOrd="1" destOrd="0" presId="urn:microsoft.com/office/officeart/2005/8/layout/orgChart1"/>
    <dgm:cxn modelId="{6A29C8D4-7FB3-43D3-84FB-119FE4AF0136}" type="presOf" srcId="{427BEA18-689E-4EC6-9756-84CBC691BEAF}" destId="{0C46ECD7-1025-4ECA-B646-08FD104323C0}" srcOrd="0" destOrd="0" presId="urn:microsoft.com/office/officeart/2005/8/layout/orgChart1"/>
    <dgm:cxn modelId="{B61BCCD4-B288-4283-A9D3-4A0B566FB2BA}" type="presOf" srcId="{F3D953A5-9C62-4316-B0E8-BDFC2BADA4F5}" destId="{FA655792-2C04-491A-B53F-DCD87D1275CE}" srcOrd="1" destOrd="0" presId="urn:microsoft.com/office/officeart/2005/8/layout/orgChart1"/>
    <dgm:cxn modelId="{76224ED7-E714-477D-9F88-4FC1DBC82AF1}" srcId="{7D456D68-7760-49FD-8A26-340A576086E1}" destId="{95775FFE-18AB-43E8-8730-FC2F96EA65AA}" srcOrd="1" destOrd="0" parTransId="{E2E43852-4623-4D16-B5CE-15ED9748626F}" sibTransId="{8D94A7FB-B90E-4688-AF6E-C5F183B897E1}"/>
    <dgm:cxn modelId="{223EAAD7-1FC5-4B79-AFC1-043640E695C8}" type="presOf" srcId="{76794D97-5CDA-4948-939A-6254DBFE8F2E}" destId="{C52C1204-505E-4C89-B5A7-BF65DF1103BE}" srcOrd="0" destOrd="0" presId="urn:microsoft.com/office/officeart/2005/8/layout/orgChart1"/>
    <dgm:cxn modelId="{15284ED9-2169-43B3-9BE7-749F082640C5}" type="presOf" srcId="{D05224BB-2BD4-4BE9-BF0E-BE4C73F9F218}" destId="{6E9096E5-27D2-4DA6-BF8B-21D8D1EB89D5}" srcOrd="0" destOrd="0" presId="urn:microsoft.com/office/officeart/2005/8/layout/orgChart1"/>
    <dgm:cxn modelId="{F2A75FDB-5949-4BDE-B678-A8E01DC63A3D}" type="presOf" srcId="{812193B6-4634-456E-BFCF-844825E2AFE2}" destId="{CACCD6A7-0841-4BB3-A502-7899F103D535}" srcOrd="1" destOrd="0" presId="urn:microsoft.com/office/officeart/2005/8/layout/orgChart1"/>
    <dgm:cxn modelId="{2449DDDC-D6F9-4AB2-B4B4-A3A7B35C99D5}" srcId="{3EA7C2EE-8364-4760-A3E1-B31E7F2AEC47}" destId="{6EFF766A-6375-4385-9CEA-49C920E06871}" srcOrd="5" destOrd="0" parTransId="{9EDA4DD4-FB26-49A4-9370-1BE79E04B67E}" sibTransId="{9670423D-DDF9-4FEA-B9ED-CA7EBC1CE791}"/>
    <dgm:cxn modelId="{BD8A6CDF-9862-42A8-8EF2-E7500C1C9F33}" srcId="{95775FFE-18AB-43E8-8730-FC2F96EA65AA}" destId="{69532D0F-B830-4759-AB93-E316E16D9A2B}" srcOrd="2" destOrd="0" parTransId="{DA071854-792E-4BC7-8CB9-BD7A9528F119}" sibTransId="{D39C9831-6F80-4872-8D89-3DA35DE92A76}"/>
    <dgm:cxn modelId="{EC63C5DF-416A-4B68-AD83-67B61EDE6B02}" srcId="{4BED6A0F-BB08-4E2A-BC26-0CD93FED0F70}" destId="{1303AEF8-4C49-4749-A42B-9F6ECC3AB1D9}" srcOrd="0" destOrd="0" parTransId="{2840AD38-414E-4C42-BF70-4194EEEE27A4}" sibTransId="{1CC12FAA-0B2F-46B6-B590-CD941C753823}"/>
    <dgm:cxn modelId="{A45060E1-09FB-4F71-BE98-FC95206E5A5C}" type="presOf" srcId="{398281E1-DA63-4127-ACD9-18EFFA9463AC}" destId="{4E81E39F-84A9-4CD3-90FA-EC4F851C54C4}" srcOrd="0" destOrd="0" presId="urn:microsoft.com/office/officeart/2005/8/layout/orgChart1"/>
    <dgm:cxn modelId="{AE79CBE5-292A-4B19-8954-E2271912E464}" type="presOf" srcId="{61CE35BC-1AC7-4F7E-8E59-42973A820E88}" destId="{48A4FFC7-33EB-46C5-9850-67730F7AFB8F}" srcOrd="1" destOrd="0" presId="urn:microsoft.com/office/officeart/2005/8/layout/orgChart1"/>
    <dgm:cxn modelId="{6935F1E8-2E35-4F3A-95A6-64124AB19304}" type="presOf" srcId="{6A550319-86C5-4C5A-8352-348232F82F59}" destId="{9FAFBCA2-58A0-4284-92A6-D576A1D3C90F}" srcOrd="0" destOrd="0" presId="urn:microsoft.com/office/officeart/2005/8/layout/orgChart1"/>
    <dgm:cxn modelId="{3AFE1EEA-2FFA-44FE-81AE-7BB3D6DDF2AE}" type="presOf" srcId="{B150EE29-386E-4D9E-974B-87BEE61FE199}" destId="{F4F127E8-37C4-4248-A7CE-3262082F029B}" srcOrd="1" destOrd="0" presId="urn:microsoft.com/office/officeart/2005/8/layout/orgChart1"/>
    <dgm:cxn modelId="{E68040ED-EF99-4517-B621-1B4C2A7FC671}" srcId="{6EFF766A-6375-4385-9CEA-49C920E06871}" destId="{A5E7B7AA-D1FC-4B5A-A302-EDF64BE97C01}" srcOrd="1" destOrd="0" parTransId="{A8E95B26-EAE5-467D-B3A8-57DFF193016E}" sibTransId="{D4B6EC0B-611C-4CD3-A20A-236C5361A8BD}"/>
    <dgm:cxn modelId="{805620F1-F98A-4ECE-A49C-92BBDE8F3582}" type="presOf" srcId="{3EA7C2EE-8364-4760-A3E1-B31E7F2AEC47}" destId="{6CF05EDA-E01A-4661-98AD-1FA74289D97F}" srcOrd="1" destOrd="0" presId="urn:microsoft.com/office/officeart/2005/8/layout/orgChart1"/>
    <dgm:cxn modelId="{C581ABF1-7518-4E51-A298-BECC4C2ED585}" type="presOf" srcId="{15987543-3AB7-4C8B-A248-23BA75CD3E29}" destId="{142747CD-03AA-4881-B6DA-6FA90856922D}" srcOrd="0" destOrd="0" presId="urn:microsoft.com/office/officeart/2005/8/layout/orgChart1"/>
    <dgm:cxn modelId="{07F9E5F2-0D8B-40B1-81F3-C5516EFFE621}" type="presOf" srcId="{95775FFE-18AB-43E8-8730-FC2F96EA65AA}" destId="{881B94DD-99E4-4337-852C-BCE34A457B6E}" srcOrd="1" destOrd="0" presId="urn:microsoft.com/office/officeart/2005/8/layout/orgChart1"/>
    <dgm:cxn modelId="{D3E3A4F3-AF50-4A17-A0FC-7222B392BCBB}" type="presOf" srcId="{4F100580-B124-4E8C-9F2E-0A481BA457D4}" destId="{23B8705C-2646-4FFA-B8E9-C75306743AD9}" srcOrd="0" destOrd="0" presId="urn:microsoft.com/office/officeart/2005/8/layout/orgChart1"/>
    <dgm:cxn modelId="{6B5801F4-20A8-4647-B702-017686DD9003}" type="presOf" srcId="{EEDED55E-3B6D-4873-90F7-4291B83CA67A}" destId="{CD89F70F-6420-47C7-A95F-8E7032F2EBD2}" srcOrd="0" destOrd="0" presId="urn:microsoft.com/office/officeart/2005/8/layout/orgChart1"/>
    <dgm:cxn modelId="{1B9761F6-DF0E-4B52-8F1A-D02553ADD7F6}" type="presOf" srcId="{682EF0B1-87C3-447F-99BB-066B7E968502}" destId="{7A5E0612-27C0-42D4-9B81-189B3C4B2B21}" srcOrd="0" destOrd="0" presId="urn:microsoft.com/office/officeart/2005/8/layout/orgChart1"/>
    <dgm:cxn modelId="{322EF5F6-B2C7-4482-B571-40D96F60A730}" srcId="{3EA7C2EE-8364-4760-A3E1-B31E7F2AEC47}" destId="{B150EE29-386E-4D9E-974B-87BEE61FE199}" srcOrd="3" destOrd="0" parTransId="{11BEF303-EEA4-40E8-BAE9-2D8293B42253}" sibTransId="{2DD66A49-CE4C-42C7-A9EA-E15AA08D26AB}"/>
    <dgm:cxn modelId="{7CA0F1FD-123F-482F-A33A-7552B11300D1}" type="presOf" srcId="{FE6B5C57-C10D-44D0-B09A-49165D31B616}" destId="{B92B59A9-EF96-473C-8179-4C86F0101A26}" srcOrd="0" destOrd="0" presId="urn:microsoft.com/office/officeart/2005/8/layout/orgChart1"/>
    <dgm:cxn modelId="{0BEFA4FF-C08C-4D2A-97CE-924E60088CF5}" type="presOf" srcId="{CDFD874E-18E2-4DCB-8B95-DBAE38DE65DA}" destId="{AA79AB00-1433-481C-9F71-F035D6B6FA8C}" srcOrd="0" destOrd="0" presId="urn:microsoft.com/office/officeart/2005/8/layout/orgChart1"/>
    <dgm:cxn modelId="{569FC2A6-D353-4B28-9F46-D4E0CA64E69F}" type="presParOf" srcId="{C52C1204-505E-4C89-B5A7-BF65DF1103BE}" destId="{13E4A8E8-7135-4DD9-AE82-42E87D2644F3}" srcOrd="0" destOrd="0" presId="urn:microsoft.com/office/officeart/2005/8/layout/orgChart1"/>
    <dgm:cxn modelId="{CDE01879-64C8-41D7-9D14-80BE3A1238BB}" type="presParOf" srcId="{13E4A8E8-7135-4DD9-AE82-42E87D2644F3}" destId="{3CE52087-824D-461D-BB0A-D661EAEA20FC}" srcOrd="0" destOrd="0" presId="urn:microsoft.com/office/officeart/2005/8/layout/orgChart1"/>
    <dgm:cxn modelId="{618460CA-4B44-4CED-89AD-50ED4EB3E23A}" type="presParOf" srcId="{3CE52087-824D-461D-BB0A-D661EAEA20FC}" destId="{EEEA3F0C-01D6-4490-A4A4-89EC21E610E3}" srcOrd="0" destOrd="0" presId="urn:microsoft.com/office/officeart/2005/8/layout/orgChart1"/>
    <dgm:cxn modelId="{98A7C95D-E444-4028-8F1C-D53FC96B5956}" type="presParOf" srcId="{3CE52087-824D-461D-BB0A-D661EAEA20FC}" destId="{79C05FA6-AF8D-49C0-A1D4-D341040EE0EC}" srcOrd="1" destOrd="0" presId="urn:microsoft.com/office/officeart/2005/8/layout/orgChart1"/>
    <dgm:cxn modelId="{1A015509-5E6B-4913-9450-50078C7917C7}" type="presParOf" srcId="{13E4A8E8-7135-4DD9-AE82-42E87D2644F3}" destId="{488D309E-DE97-4718-AE37-24808793BC4C}" srcOrd="1" destOrd="0" presId="urn:microsoft.com/office/officeart/2005/8/layout/orgChart1"/>
    <dgm:cxn modelId="{A3E09311-E236-4ECE-8480-8D1CE341199F}" type="presParOf" srcId="{488D309E-DE97-4718-AE37-24808793BC4C}" destId="{C631F7F8-D5BC-4100-ABF9-542B71A431CF}" srcOrd="0" destOrd="0" presId="urn:microsoft.com/office/officeart/2005/8/layout/orgChart1"/>
    <dgm:cxn modelId="{1893A8F2-3C9E-4352-8147-EED0E2BA5A4B}" type="presParOf" srcId="{488D309E-DE97-4718-AE37-24808793BC4C}" destId="{47565371-7818-415F-8516-3E3684722CC2}" srcOrd="1" destOrd="0" presId="urn:microsoft.com/office/officeart/2005/8/layout/orgChart1"/>
    <dgm:cxn modelId="{B62B9343-45BB-42A5-AC38-5157C78C68FC}" type="presParOf" srcId="{47565371-7818-415F-8516-3E3684722CC2}" destId="{FDDA2F62-3A93-4C69-A7C6-073B38C19925}" srcOrd="0" destOrd="0" presId="urn:microsoft.com/office/officeart/2005/8/layout/orgChart1"/>
    <dgm:cxn modelId="{4D0B1207-0E3C-4418-80CD-18EB7EABED89}" type="presParOf" srcId="{FDDA2F62-3A93-4C69-A7C6-073B38C19925}" destId="{BD7E204D-CED3-4371-8109-2DBDB7BCBDED}" srcOrd="0" destOrd="0" presId="urn:microsoft.com/office/officeart/2005/8/layout/orgChart1"/>
    <dgm:cxn modelId="{84E3C2A4-8A62-4481-8B73-FC97118DC2AF}" type="presParOf" srcId="{FDDA2F62-3A93-4C69-A7C6-073B38C19925}" destId="{F5FC3701-068F-49F4-B05D-D76952DF7F42}" srcOrd="1" destOrd="0" presId="urn:microsoft.com/office/officeart/2005/8/layout/orgChart1"/>
    <dgm:cxn modelId="{AF049F87-F2C0-41BC-8123-7B8B5113FC8C}" type="presParOf" srcId="{47565371-7818-415F-8516-3E3684722CC2}" destId="{4358950C-F3F5-43A5-A578-CAE5B830BBD0}" srcOrd="1" destOrd="0" presId="urn:microsoft.com/office/officeart/2005/8/layout/orgChart1"/>
    <dgm:cxn modelId="{43064A05-6DA0-4B7D-A4E8-3649A4EF3872}" type="presParOf" srcId="{47565371-7818-415F-8516-3E3684722CC2}" destId="{CEA36483-B866-430B-9E84-F7C5D6A1EE84}" srcOrd="2" destOrd="0" presId="urn:microsoft.com/office/officeart/2005/8/layout/orgChart1"/>
    <dgm:cxn modelId="{364C4214-1331-4326-A28F-38DD72D3505B}" type="presParOf" srcId="{488D309E-DE97-4718-AE37-24808793BC4C}" destId="{CD89F70F-6420-47C7-A95F-8E7032F2EBD2}" srcOrd="2" destOrd="0" presId="urn:microsoft.com/office/officeart/2005/8/layout/orgChart1"/>
    <dgm:cxn modelId="{7E3BC1B3-F7E8-406C-88A4-ACDB346115DB}" type="presParOf" srcId="{488D309E-DE97-4718-AE37-24808793BC4C}" destId="{99A64CFD-174F-45EE-A93C-0FF715E1C28E}" srcOrd="3" destOrd="0" presId="urn:microsoft.com/office/officeart/2005/8/layout/orgChart1"/>
    <dgm:cxn modelId="{B20D891F-9881-43EC-954E-79C74AAD21A9}" type="presParOf" srcId="{99A64CFD-174F-45EE-A93C-0FF715E1C28E}" destId="{ABB37E6E-7749-4056-861A-A8E907E2B859}" srcOrd="0" destOrd="0" presId="urn:microsoft.com/office/officeart/2005/8/layout/orgChart1"/>
    <dgm:cxn modelId="{F9864F35-7F95-473A-9BE8-43713068B8C1}" type="presParOf" srcId="{ABB37E6E-7749-4056-861A-A8E907E2B859}" destId="{1F4A49E2-6D03-46D4-B32C-3CE6E7A2AB55}" srcOrd="0" destOrd="0" presId="urn:microsoft.com/office/officeart/2005/8/layout/orgChart1"/>
    <dgm:cxn modelId="{D1649DFF-910C-4BF4-863A-E0CB761A3E35}" type="presParOf" srcId="{ABB37E6E-7749-4056-861A-A8E907E2B859}" destId="{9C88C3D8-41D2-4E7A-88D4-63FD18659E7E}" srcOrd="1" destOrd="0" presId="urn:microsoft.com/office/officeart/2005/8/layout/orgChart1"/>
    <dgm:cxn modelId="{49332AEE-F109-47EC-942D-3C954D576843}" type="presParOf" srcId="{99A64CFD-174F-45EE-A93C-0FF715E1C28E}" destId="{A89FC849-8D8A-491D-A19A-39FA5C2F8502}" srcOrd="1" destOrd="0" presId="urn:microsoft.com/office/officeart/2005/8/layout/orgChart1"/>
    <dgm:cxn modelId="{D0E2B48D-0223-4F19-9D49-27233BC4F909}" type="presParOf" srcId="{99A64CFD-174F-45EE-A93C-0FF715E1C28E}" destId="{BAF99EA5-4172-45A7-8CE3-F8132F82E65F}" srcOrd="2" destOrd="0" presId="urn:microsoft.com/office/officeart/2005/8/layout/orgChart1"/>
    <dgm:cxn modelId="{FFFF62FE-C79B-447B-83A7-21E0BD0CE67B}" type="presParOf" srcId="{488D309E-DE97-4718-AE37-24808793BC4C}" destId="{9FAFBCA2-58A0-4284-92A6-D576A1D3C90F}" srcOrd="4" destOrd="0" presId="urn:microsoft.com/office/officeart/2005/8/layout/orgChart1"/>
    <dgm:cxn modelId="{BE0DD5FB-CB80-4065-A0D6-DACAE1FCD8AA}" type="presParOf" srcId="{488D309E-DE97-4718-AE37-24808793BC4C}" destId="{94E72B88-E36A-412D-9802-FB876C2FB4F5}" srcOrd="5" destOrd="0" presId="urn:microsoft.com/office/officeart/2005/8/layout/orgChart1"/>
    <dgm:cxn modelId="{7B2D8C36-BF82-460F-8E96-AF37A3944BB2}" type="presParOf" srcId="{94E72B88-E36A-412D-9802-FB876C2FB4F5}" destId="{BEC37433-8E4B-4DBB-BBA4-F95429F3C6C6}" srcOrd="0" destOrd="0" presId="urn:microsoft.com/office/officeart/2005/8/layout/orgChart1"/>
    <dgm:cxn modelId="{43EED719-A469-4FC8-AE2E-0003EC8682EA}" type="presParOf" srcId="{BEC37433-8E4B-4DBB-BBA4-F95429F3C6C6}" destId="{AA79AB00-1433-481C-9F71-F035D6B6FA8C}" srcOrd="0" destOrd="0" presId="urn:microsoft.com/office/officeart/2005/8/layout/orgChart1"/>
    <dgm:cxn modelId="{C5E99FDF-8469-46DA-8208-7E0E3F2B59AA}" type="presParOf" srcId="{BEC37433-8E4B-4DBB-BBA4-F95429F3C6C6}" destId="{285E169B-097D-45AE-8F20-8B1DA4AD2F57}" srcOrd="1" destOrd="0" presId="urn:microsoft.com/office/officeart/2005/8/layout/orgChart1"/>
    <dgm:cxn modelId="{0E8C34AE-9C89-4ABE-B3C3-3AE8D902B4E0}" type="presParOf" srcId="{94E72B88-E36A-412D-9802-FB876C2FB4F5}" destId="{24E808C4-9B2F-4C28-BFD1-24BC3D4B0404}" srcOrd="1" destOrd="0" presId="urn:microsoft.com/office/officeart/2005/8/layout/orgChart1"/>
    <dgm:cxn modelId="{4E753152-28AF-4FCF-9D6C-55B9B99BB6BA}" type="presParOf" srcId="{94E72B88-E36A-412D-9802-FB876C2FB4F5}" destId="{BF537315-C2FA-4012-A9B4-C278AD3CF424}" srcOrd="2" destOrd="0" presId="urn:microsoft.com/office/officeart/2005/8/layout/orgChart1"/>
    <dgm:cxn modelId="{B9E80ADA-0AE6-4E1E-B4F0-284DFB050D1F}" type="presParOf" srcId="{488D309E-DE97-4718-AE37-24808793BC4C}" destId="{D1F95134-1D9A-47E7-9EDE-B354B1EC6004}" srcOrd="6" destOrd="0" presId="urn:microsoft.com/office/officeart/2005/8/layout/orgChart1"/>
    <dgm:cxn modelId="{FB23BB60-0A9C-45A0-8E34-702ED133AC7B}" type="presParOf" srcId="{488D309E-DE97-4718-AE37-24808793BC4C}" destId="{0EBA3725-284F-4CDA-BEA8-CD49374D4193}" srcOrd="7" destOrd="0" presId="urn:microsoft.com/office/officeart/2005/8/layout/orgChart1"/>
    <dgm:cxn modelId="{42EFC976-D5A2-46A9-90CA-12FA0A7DA31D}" type="presParOf" srcId="{0EBA3725-284F-4CDA-BEA8-CD49374D4193}" destId="{27ABA8DF-2876-4F6B-A563-3F412F8D13B1}" srcOrd="0" destOrd="0" presId="urn:microsoft.com/office/officeart/2005/8/layout/orgChart1"/>
    <dgm:cxn modelId="{D9F8AA28-246F-4383-9825-40F27C3CDD47}" type="presParOf" srcId="{27ABA8DF-2876-4F6B-A563-3F412F8D13B1}" destId="{8DAABED1-8CE5-4CAD-A937-C556D9563437}" srcOrd="0" destOrd="0" presId="urn:microsoft.com/office/officeart/2005/8/layout/orgChart1"/>
    <dgm:cxn modelId="{BDA44E0D-FCFE-4248-8FB2-B669B8F8268D}" type="presParOf" srcId="{27ABA8DF-2876-4F6B-A563-3F412F8D13B1}" destId="{6CF05EDA-E01A-4661-98AD-1FA74289D97F}" srcOrd="1" destOrd="0" presId="urn:microsoft.com/office/officeart/2005/8/layout/orgChart1"/>
    <dgm:cxn modelId="{4D8B70F6-E231-4DA6-A4D0-990AF12B7A73}" type="presParOf" srcId="{0EBA3725-284F-4CDA-BEA8-CD49374D4193}" destId="{FE2C4FF2-AFDE-4D21-8ACC-91CE2D223914}" srcOrd="1" destOrd="0" presId="urn:microsoft.com/office/officeart/2005/8/layout/orgChart1"/>
    <dgm:cxn modelId="{99EB746B-02D3-47ED-B543-FD2626E8AC83}" type="presParOf" srcId="{FE2C4FF2-AFDE-4D21-8ACC-91CE2D223914}" destId="{D1374389-CC13-447E-945D-06038F2EB9E2}" srcOrd="0" destOrd="0" presId="urn:microsoft.com/office/officeart/2005/8/layout/orgChart1"/>
    <dgm:cxn modelId="{872F1A2D-D075-43CD-A6F1-8085DF0457EB}" type="presParOf" srcId="{FE2C4FF2-AFDE-4D21-8ACC-91CE2D223914}" destId="{3754A8E7-0F41-4700-ABFC-EB439A2461E9}" srcOrd="1" destOrd="0" presId="urn:microsoft.com/office/officeart/2005/8/layout/orgChart1"/>
    <dgm:cxn modelId="{B6C3AA1C-FD51-4ECE-8958-BF6D02F33DA7}" type="presParOf" srcId="{3754A8E7-0F41-4700-ABFC-EB439A2461E9}" destId="{EC1ED7BF-BFCA-4DD7-8DBC-91D0910EC7AF}" srcOrd="0" destOrd="0" presId="urn:microsoft.com/office/officeart/2005/8/layout/orgChart1"/>
    <dgm:cxn modelId="{25A32607-B8F6-4C28-85C8-D6FB6D4DAA67}" type="presParOf" srcId="{EC1ED7BF-BFCA-4DD7-8DBC-91D0910EC7AF}" destId="{7D79B4E7-906C-4B44-95DF-0278C27B0343}" srcOrd="0" destOrd="0" presId="urn:microsoft.com/office/officeart/2005/8/layout/orgChart1"/>
    <dgm:cxn modelId="{57C55BA5-1CAB-44E8-8C4F-F0D6911BD9E1}" type="presParOf" srcId="{EC1ED7BF-BFCA-4DD7-8DBC-91D0910EC7AF}" destId="{57741906-41C6-4B53-ACC6-DC0ECF97B4D3}" srcOrd="1" destOrd="0" presId="urn:microsoft.com/office/officeart/2005/8/layout/orgChart1"/>
    <dgm:cxn modelId="{BC14143D-DA82-492A-A5BF-22692B037E65}" type="presParOf" srcId="{3754A8E7-0F41-4700-ABFC-EB439A2461E9}" destId="{6A595540-F9E9-4338-A235-522AD89625D3}" srcOrd="1" destOrd="0" presId="urn:microsoft.com/office/officeart/2005/8/layout/orgChart1"/>
    <dgm:cxn modelId="{DA88B988-AEF6-43DD-8D45-03BFD139629E}" type="presParOf" srcId="{3754A8E7-0F41-4700-ABFC-EB439A2461E9}" destId="{23401A38-AF86-4975-9DD3-3110A73CE751}" srcOrd="2" destOrd="0" presId="urn:microsoft.com/office/officeart/2005/8/layout/orgChart1"/>
    <dgm:cxn modelId="{7174CABD-45CC-4233-A544-E9B7261E2882}" type="presParOf" srcId="{FE2C4FF2-AFDE-4D21-8ACC-91CE2D223914}" destId="{0C46ECD7-1025-4ECA-B646-08FD104323C0}" srcOrd="2" destOrd="0" presId="urn:microsoft.com/office/officeart/2005/8/layout/orgChart1"/>
    <dgm:cxn modelId="{7CD8D2EB-74E8-41E2-8294-CC3ABB9B6259}" type="presParOf" srcId="{FE2C4FF2-AFDE-4D21-8ACC-91CE2D223914}" destId="{49DA41E2-B2BF-4D16-8E15-03D507C629C5}" srcOrd="3" destOrd="0" presId="urn:microsoft.com/office/officeart/2005/8/layout/orgChart1"/>
    <dgm:cxn modelId="{12C9B809-ABBA-487E-A7D6-C6AE55016021}" type="presParOf" srcId="{49DA41E2-B2BF-4D16-8E15-03D507C629C5}" destId="{FF0319EF-B382-46B6-B93C-99D82D972B0C}" srcOrd="0" destOrd="0" presId="urn:microsoft.com/office/officeart/2005/8/layout/orgChart1"/>
    <dgm:cxn modelId="{2AEC79E4-BA23-4DE2-A9E4-BFE84473D944}" type="presParOf" srcId="{FF0319EF-B382-46B6-B93C-99D82D972B0C}" destId="{6FD53D4D-08EF-4CD6-94E2-A8C6C0CE91C7}" srcOrd="0" destOrd="0" presId="urn:microsoft.com/office/officeart/2005/8/layout/orgChart1"/>
    <dgm:cxn modelId="{A4CFCF30-5F9A-4EEF-ACB5-DA43284B9783}" type="presParOf" srcId="{FF0319EF-B382-46B6-B93C-99D82D972B0C}" destId="{961FCBA1-DB11-42F3-B7F0-94B713E008BA}" srcOrd="1" destOrd="0" presId="urn:microsoft.com/office/officeart/2005/8/layout/orgChart1"/>
    <dgm:cxn modelId="{B55E53B4-1605-4830-BA46-703DA797EC92}" type="presParOf" srcId="{49DA41E2-B2BF-4D16-8E15-03D507C629C5}" destId="{8136D27D-E402-4312-A543-87DEFEA0E5CA}" srcOrd="1" destOrd="0" presId="urn:microsoft.com/office/officeart/2005/8/layout/orgChart1"/>
    <dgm:cxn modelId="{37A9A76E-FD0B-4EA8-8CCD-6DB9E4267BCD}" type="presParOf" srcId="{49DA41E2-B2BF-4D16-8E15-03D507C629C5}" destId="{6EB92F22-48DB-4A00-AE2E-1D284142714C}" srcOrd="2" destOrd="0" presId="urn:microsoft.com/office/officeart/2005/8/layout/orgChart1"/>
    <dgm:cxn modelId="{EAE54872-3C41-432C-B9AE-F6D3C2CF1CBB}" type="presParOf" srcId="{FE2C4FF2-AFDE-4D21-8ACC-91CE2D223914}" destId="{BEB207B4-98D5-48A6-A4AD-D00D4FC8EEE1}" srcOrd="4" destOrd="0" presId="urn:microsoft.com/office/officeart/2005/8/layout/orgChart1"/>
    <dgm:cxn modelId="{22AD861D-A5FD-4194-8FAD-423DDA735D27}" type="presParOf" srcId="{FE2C4FF2-AFDE-4D21-8ACC-91CE2D223914}" destId="{3FA69DA4-9039-459B-A325-0B344AF8B953}" srcOrd="5" destOrd="0" presId="urn:microsoft.com/office/officeart/2005/8/layout/orgChart1"/>
    <dgm:cxn modelId="{64B34D50-B03D-450C-BC4C-EF10656BB75C}" type="presParOf" srcId="{3FA69DA4-9039-459B-A325-0B344AF8B953}" destId="{AA22BA29-A6FA-42AA-8D8C-32EA59710809}" srcOrd="0" destOrd="0" presId="urn:microsoft.com/office/officeart/2005/8/layout/orgChart1"/>
    <dgm:cxn modelId="{2E147973-1E29-4BEB-A5A8-06B93A6CC4E2}" type="presParOf" srcId="{AA22BA29-A6FA-42AA-8D8C-32EA59710809}" destId="{194A1E86-7D34-4661-8D28-F589B72521AC}" srcOrd="0" destOrd="0" presId="urn:microsoft.com/office/officeart/2005/8/layout/orgChart1"/>
    <dgm:cxn modelId="{E5DA6A40-F488-49F4-9D2B-10050EFFD203}" type="presParOf" srcId="{AA22BA29-A6FA-42AA-8D8C-32EA59710809}" destId="{E95FDE01-D5AD-425D-A0E9-CC365DF2CFE4}" srcOrd="1" destOrd="0" presId="urn:microsoft.com/office/officeart/2005/8/layout/orgChart1"/>
    <dgm:cxn modelId="{DC0F79AA-7CDD-4FF1-841F-936F64CC894F}" type="presParOf" srcId="{3FA69DA4-9039-459B-A325-0B344AF8B953}" destId="{6EC9155B-B292-43FA-843B-6D4545040117}" srcOrd="1" destOrd="0" presId="urn:microsoft.com/office/officeart/2005/8/layout/orgChart1"/>
    <dgm:cxn modelId="{B8CF2437-C6DF-4D56-B1D8-A7D55DEC6673}" type="presParOf" srcId="{3FA69DA4-9039-459B-A325-0B344AF8B953}" destId="{BBA6B664-0994-4F5A-97F7-C5B0CD88F3F0}" srcOrd="2" destOrd="0" presId="urn:microsoft.com/office/officeart/2005/8/layout/orgChart1"/>
    <dgm:cxn modelId="{93343720-F96C-4E99-A635-A1F9F1741065}" type="presParOf" srcId="{FE2C4FF2-AFDE-4D21-8ACC-91CE2D223914}" destId="{7A48A3BF-B21F-4E61-B64B-195C3BD17B37}" srcOrd="6" destOrd="0" presId="urn:microsoft.com/office/officeart/2005/8/layout/orgChart1"/>
    <dgm:cxn modelId="{8C3E766D-9628-4BE9-B6A0-397E32EF2967}" type="presParOf" srcId="{FE2C4FF2-AFDE-4D21-8ACC-91CE2D223914}" destId="{F1D9C1B4-E924-4704-BE6B-C05B88ED3662}" srcOrd="7" destOrd="0" presId="urn:microsoft.com/office/officeart/2005/8/layout/orgChart1"/>
    <dgm:cxn modelId="{8EB59DCF-4EF2-4FA5-A96D-5D33F2119195}" type="presParOf" srcId="{F1D9C1B4-E924-4704-BE6B-C05B88ED3662}" destId="{D9A907C3-6D85-483E-85AD-F006EF89EEAF}" srcOrd="0" destOrd="0" presId="urn:microsoft.com/office/officeart/2005/8/layout/orgChart1"/>
    <dgm:cxn modelId="{EB96DCB9-379F-4B99-8F38-0E3321BB8292}" type="presParOf" srcId="{D9A907C3-6D85-483E-85AD-F006EF89EEAF}" destId="{009DFD6D-FF9A-4AB9-A333-9D0F8004B6EF}" srcOrd="0" destOrd="0" presId="urn:microsoft.com/office/officeart/2005/8/layout/orgChart1"/>
    <dgm:cxn modelId="{DEBC7350-6037-4165-AFFD-EC8F3ED1F615}" type="presParOf" srcId="{D9A907C3-6D85-483E-85AD-F006EF89EEAF}" destId="{F4F127E8-37C4-4248-A7CE-3262082F029B}" srcOrd="1" destOrd="0" presId="urn:microsoft.com/office/officeart/2005/8/layout/orgChart1"/>
    <dgm:cxn modelId="{D6FE6C7C-353F-4CBD-88EA-06C15748B734}" type="presParOf" srcId="{F1D9C1B4-E924-4704-BE6B-C05B88ED3662}" destId="{4C267DF9-7E72-4077-923D-5FF5684D6AB1}" srcOrd="1" destOrd="0" presId="urn:microsoft.com/office/officeart/2005/8/layout/orgChart1"/>
    <dgm:cxn modelId="{AFEB0AB0-38BD-4BAD-817D-99899F6BC98E}" type="presParOf" srcId="{F1D9C1B4-E924-4704-BE6B-C05B88ED3662}" destId="{FDB615F7-83E5-496E-9E37-40CC833A79CB}" srcOrd="2" destOrd="0" presId="urn:microsoft.com/office/officeart/2005/8/layout/orgChart1"/>
    <dgm:cxn modelId="{ACC654AE-C8E0-404C-A71A-BE962DE553AA}" type="presParOf" srcId="{FE2C4FF2-AFDE-4D21-8ACC-91CE2D223914}" destId="{5DE3CB8E-052E-4061-940D-F8509BCCFCFE}" srcOrd="8" destOrd="0" presId="urn:microsoft.com/office/officeart/2005/8/layout/orgChart1"/>
    <dgm:cxn modelId="{C5A7E9AA-94C7-413D-ABED-DFE20A6AAF50}" type="presParOf" srcId="{FE2C4FF2-AFDE-4D21-8ACC-91CE2D223914}" destId="{08559945-F2CE-4F30-A5F1-FE758399D16B}" srcOrd="9" destOrd="0" presId="urn:microsoft.com/office/officeart/2005/8/layout/orgChart1"/>
    <dgm:cxn modelId="{78411993-A35C-4946-A1DC-E31418C55A24}" type="presParOf" srcId="{08559945-F2CE-4F30-A5F1-FE758399D16B}" destId="{83683B75-5E04-457C-B63A-9AC9C4A8E648}" srcOrd="0" destOrd="0" presId="urn:microsoft.com/office/officeart/2005/8/layout/orgChart1"/>
    <dgm:cxn modelId="{CA2D64A0-02B6-47DB-A972-4FEF96A1B60C}" type="presParOf" srcId="{83683B75-5E04-457C-B63A-9AC9C4A8E648}" destId="{6E9096E5-27D2-4DA6-BF8B-21D8D1EB89D5}" srcOrd="0" destOrd="0" presId="urn:microsoft.com/office/officeart/2005/8/layout/orgChart1"/>
    <dgm:cxn modelId="{C25D44C1-4897-437E-B0CE-D8CFEF4D4F63}" type="presParOf" srcId="{83683B75-5E04-457C-B63A-9AC9C4A8E648}" destId="{EBC3B2F8-401B-4D34-BF75-738546AE6BEC}" srcOrd="1" destOrd="0" presId="urn:microsoft.com/office/officeart/2005/8/layout/orgChart1"/>
    <dgm:cxn modelId="{4A45A3F8-42D9-4318-B29D-29FB8A318752}" type="presParOf" srcId="{08559945-F2CE-4F30-A5F1-FE758399D16B}" destId="{FB0B999D-3011-4431-912E-C7B722119B8B}" srcOrd="1" destOrd="0" presId="urn:microsoft.com/office/officeart/2005/8/layout/orgChart1"/>
    <dgm:cxn modelId="{26819ED6-CA53-4878-A533-142AC58AF2AC}" type="presParOf" srcId="{08559945-F2CE-4F30-A5F1-FE758399D16B}" destId="{0E44607A-BD24-478F-9F51-AAE2273608EF}" srcOrd="2" destOrd="0" presId="urn:microsoft.com/office/officeart/2005/8/layout/orgChart1"/>
    <dgm:cxn modelId="{054B32AC-6429-4108-8361-70E360608267}" type="presParOf" srcId="{FE2C4FF2-AFDE-4D21-8ACC-91CE2D223914}" destId="{CD1CE43C-6FE1-4BD1-969C-A70A6E4C2F94}" srcOrd="10" destOrd="0" presId="urn:microsoft.com/office/officeart/2005/8/layout/orgChart1"/>
    <dgm:cxn modelId="{84A02179-E297-4FC5-ABAD-FE8ED591B755}" type="presParOf" srcId="{FE2C4FF2-AFDE-4D21-8ACC-91CE2D223914}" destId="{A6515AEB-D158-4984-9F99-6ECF250F2D42}" srcOrd="11" destOrd="0" presId="urn:microsoft.com/office/officeart/2005/8/layout/orgChart1"/>
    <dgm:cxn modelId="{0E884164-07B2-4D65-A7F6-B13048298D9B}" type="presParOf" srcId="{A6515AEB-D158-4984-9F99-6ECF250F2D42}" destId="{44E4C19A-9B41-4B0C-8977-E0FA8BF41C9F}" srcOrd="0" destOrd="0" presId="urn:microsoft.com/office/officeart/2005/8/layout/orgChart1"/>
    <dgm:cxn modelId="{CF20D439-6F55-428A-A4FC-BE3BA5A99D74}" type="presParOf" srcId="{44E4C19A-9B41-4B0C-8977-E0FA8BF41C9F}" destId="{AD34C3F4-0845-4453-9104-27470FCD7C82}" srcOrd="0" destOrd="0" presId="urn:microsoft.com/office/officeart/2005/8/layout/orgChart1"/>
    <dgm:cxn modelId="{73D20D0D-FE38-4468-ABF1-EABFB4AA89C7}" type="presParOf" srcId="{44E4C19A-9B41-4B0C-8977-E0FA8BF41C9F}" destId="{B8364AFE-5CBF-48CE-82DB-E7CE76F087EA}" srcOrd="1" destOrd="0" presId="urn:microsoft.com/office/officeart/2005/8/layout/orgChart1"/>
    <dgm:cxn modelId="{EDE91614-F115-4CC9-A908-DBDD42E35328}" type="presParOf" srcId="{A6515AEB-D158-4984-9F99-6ECF250F2D42}" destId="{607ABEAF-9042-45E9-8807-3CD7F35B9905}" srcOrd="1" destOrd="0" presId="urn:microsoft.com/office/officeart/2005/8/layout/orgChart1"/>
    <dgm:cxn modelId="{E84788A5-1814-4DBF-A4C0-FA792DB8899A}" type="presParOf" srcId="{607ABEAF-9042-45E9-8807-3CD7F35B9905}" destId="{11DBCB13-7D93-40D4-B92A-7C5C4A0B2BFD}" srcOrd="0" destOrd="0" presId="urn:microsoft.com/office/officeart/2005/8/layout/orgChart1"/>
    <dgm:cxn modelId="{7730119D-FFC5-476F-959A-0B5F71FCA658}" type="presParOf" srcId="{607ABEAF-9042-45E9-8807-3CD7F35B9905}" destId="{DA7B6C2F-1465-4EF0-A85A-447297018FA7}" srcOrd="1" destOrd="0" presId="urn:microsoft.com/office/officeart/2005/8/layout/orgChart1"/>
    <dgm:cxn modelId="{A1F1EB29-6FBD-4780-B2D5-59EC35823967}" type="presParOf" srcId="{DA7B6C2F-1465-4EF0-A85A-447297018FA7}" destId="{7AF9D3B0-9667-4751-B4BB-77CBB372CF6B}" srcOrd="0" destOrd="0" presId="urn:microsoft.com/office/officeart/2005/8/layout/orgChart1"/>
    <dgm:cxn modelId="{30549B10-FD86-4691-B3C9-DA3D3DCCF595}" type="presParOf" srcId="{7AF9D3B0-9667-4751-B4BB-77CBB372CF6B}" destId="{0458A947-016E-48B5-831C-1049795EB770}" srcOrd="0" destOrd="0" presId="urn:microsoft.com/office/officeart/2005/8/layout/orgChart1"/>
    <dgm:cxn modelId="{7BFA40A1-59C3-42F9-9ACE-1AD8C4BE417D}" type="presParOf" srcId="{7AF9D3B0-9667-4751-B4BB-77CBB372CF6B}" destId="{48A4FFC7-33EB-46C5-9850-67730F7AFB8F}" srcOrd="1" destOrd="0" presId="urn:microsoft.com/office/officeart/2005/8/layout/orgChart1"/>
    <dgm:cxn modelId="{4F2114E8-75C0-460A-A4F7-0431A5CBD6C1}" type="presParOf" srcId="{DA7B6C2F-1465-4EF0-A85A-447297018FA7}" destId="{A44443AB-249C-4E0C-AC30-68B90EDF214A}" srcOrd="1" destOrd="0" presId="urn:microsoft.com/office/officeart/2005/8/layout/orgChart1"/>
    <dgm:cxn modelId="{FB81261C-C0BD-4B21-8D9D-6D7634E23439}" type="presParOf" srcId="{DA7B6C2F-1465-4EF0-A85A-447297018FA7}" destId="{42CF00EC-3835-4F19-90AB-91D677AC4B4D}" srcOrd="2" destOrd="0" presId="urn:microsoft.com/office/officeart/2005/8/layout/orgChart1"/>
    <dgm:cxn modelId="{12693059-FF4D-4C38-AF7D-BA2715B8965E}" type="presParOf" srcId="{607ABEAF-9042-45E9-8807-3CD7F35B9905}" destId="{73DAC1B1-A778-49F0-9D9F-C84A9700250B}" srcOrd="2" destOrd="0" presId="urn:microsoft.com/office/officeart/2005/8/layout/orgChart1"/>
    <dgm:cxn modelId="{87E1A793-0838-4FA5-BCB1-EADA15975DFE}" type="presParOf" srcId="{607ABEAF-9042-45E9-8807-3CD7F35B9905}" destId="{8EB062A4-B8F9-4892-9CCC-860136E155D3}" srcOrd="3" destOrd="0" presId="urn:microsoft.com/office/officeart/2005/8/layout/orgChart1"/>
    <dgm:cxn modelId="{C729F210-56BC-4144-8A18-0C296BF29906}" type="presParOf" srcId="{8EB062A4-B8F9-4892-9CCC-860136E155D3}" destId="{317C87AD-24EC-4A96-8682-A6A0E2142A35}" srcOrd="0" destOrd="0" presId="urn:microsoft.com/office/officeart/2005/8/layout/orgChart1"/>
    <dgm:cxn modelId="{2AED7CE3-E40D-4E4A-A3EE-1D556906C84C}" type="presParOf" srcId="{317C87AD-24EC-4A96-8682-A6A0E2142A35}" destId="{281EA3B5-786A-4D96-9FDF-270EA4192341}" srcOrd="0" destOrd="0" presId="urn:microsoft.com/office/officeart/2005/8/layout/orgChart1"/>
    <dgm:cxn modelId="{FFCFD584-A373-44E8-A98F-64D71E7B7D6B}" type="presParOf" srcId="{317C87AD-24EC-4A96-8682-A6A0E2142A35}" destId="{31A038B0-5E25-4C1D-9B10-5084ECBE658A}" srcOrd="1" destOrd="0" presId="urn:microsoft.com/office/officeart/2005/8/layout/orgChart1"/>
    <dgm:cxn modelId="{B6FEFEFB-6BE2-4D7B-99A7-B80438A77E06}" type="presParOf" srcId="{8EB062A4-B8F9-4892-9CCC-860136E155D3}" destId="{FD060A99-1E1B-44A7-9718-A14824A517E4}" srcOrd="1" destOrd="0" presId="urn:microsoft.com/office/officeart/2005/8/layout/orgChart1"/>
    <dgm:cxn modelId="{4E0789EE-4F10-410D-876E-6D06E22F737E}" type="presParOf" srcId="{8EB062A4-B8F9-4892-9CCC-860136E155D3}" destId="{DED1562B-8860-4966-9279-AFB0A7407F64}" srcOrd="2" destOrd="0" presId="urn:microsoft.com/office/officeart/2005/8/layout/orgChart1"/>
    <dgm:cxn modelId="{EDB55EAD-BE10-4F31-B15A-7D450019B651}" type="presParOf" srcId="{607ABEAF-9042-45E9-8807-3CD7F35B9905}" destId="{7DD1C4C4-9BDF-4B23-9987-EDC8FF86EF8C}" srcOrd="4" destOrd="0" presId="urn:microsoft.com/office/officeart/2005/8/layout/orgChart1"/>
    <dgm:cxn modelId="{4A504548-C8AA-40E5-BAB0-D355504F20CF}" type="presParOf" srcId="{607ABEAF-9042-45E9-8807-3CD7F35B9905}" destId="{AA837CFB-0FD2-44BB-B472-DCBB2BD6ADD1}" srcOrd="5" destOrd="0" presId="urn:microsoft.com/office/officeart/2005/8/layout/orgChart1"/>
    <dgm:cxn modelId="{00E57119-B0A8-4B8C-AE8E-924E636DFEA2}" type="presParOf" srcId="{AA837CFB-0FD2-44BB-B472-DCBB2BD6ADD1}" destId="{7F6BE45B-3FCB-432F-BC7C-20B270B235E1}" srcOrd="0" destOrd="0" presId="urn:microsoft.com/office/officeart/2005/8/layout/orgChart1"/>
    <dgm:cxn modelId="{D87331A9-3F4F-4396-9248-7738E7158F71}" type="presParOf" srcId="{7F6BE45B-3FCB-432F-BC7C-20B270B235E1}" destId="{882D8585-DF87-405F-9499-57EEDCBBA20A}" srcOrd="0" destOrd="0" presId="urn:microsoft.com/office/officeart/2005/8/layout/orgChart1"/>
    <dgm:cxn modelId="{DDAFD790-3AA8-4953-AEDE-68D9CFBC6770}" type="presParOf" srcId="{7F6BE45B-3FCB-432F-BC7C-20B270B235E1}" destId="{A11D02D9-CF46-49FC-A728-B0F00BCD95C8}" srcOrd="1" destOrd="0" presId="urn:microsoft.com/office/officeart/2005/8/layout/orgChart1"/>
    <dgm:cxn modelId="{397203FD-296A-4C5D-A451-047641654A68}" type="presParOf" srcId="{AA837CFB-0FD2-44BB-B472-DCBB2BD6ADD1}" destId="{7F4F0F07-F58D-4E28-AAB1-1D20C158C60E}" srcOrd="1" destOrd="0" presId="urn:microsoft.com/office/officeart/2005/8/layout/orgChart1"/>
    <dgm:cxn modelId="{7E73F5E0-3A55-4B90-AA43-872CC79C8648}" type="presParOf" srcId="{AA837CFB-0FD2-44BB-B472-DCBB2BD6ADD1}" destId="{2903DB79-30C5-4724-B924-3F1EB2F9CD56}" srcOrd="2" destOrd="0" presId="urn:microsoft.com/office/officeart/2005/8/layout/orgChart1"/>
    <dgm:cxn modelId="{CFD50FE3-CA5C-48AD-B5C4-6645C1D2A0B1}" type="presParOf" srcId="{607ABEAF-9042-45E9-8807-3CD7F35B9905}" destId="{1A728685-F2AE-4F0E-8FB9-2E8CAEFF0388}" srcOrd="6" destOrd="0" presId="urn:microsoft.com/office/officeart/2005/8/layout/orgChart1"/>
    <dgm:cxn modelId="{D9C57D35-4EDE-4B5E-93E6-91443975E874}" type="presParOf" srcId="{607ABEAF-9042-45E9-8807-3CD7F35B9905}" destId="{D023884E-77BD-4E2D-A397-15B1C485F794}" srcOrd="7" destOrd="0" presId="urn:microsoft.com/office/officeart/2005/8/layout/orgChart1"/>
    <dgm:cxn modelId="{BD2FB345-5579-481B-80BD-4B3072AC9479}" type="presParOf" srcId="{D023884E-77BD-4E2D-A397-15B1C485F794}" destId="{895C76FF-02F3-4178-BADD-57882B512AB0}" srcOrd="0" destOrd="0" presId="urn:microsoft.com/office/officeart/2005/8/layout/orgChart1"/>
    <dgm:cxn modelId="{78509068-3BD6-45AB-AEF6-4F0E48EBFD9E}" type="presParOf" srcId="{895C76FF-02F3-4178-BADD-57882B512AB0}" destId="{A86B76D8-F978-4CCA-8CAF-2D66BDAE3F83}" srcOrd="0" destOrd="0" presId="urn:microsoft.com/office/officeart/2005/8/layout/orgChart1"/>
    <dgm:cxn modelId="{D8E52C9E-4BB0-4B93-95ED-F18956CEEFDE}" type="presParOf" srcId="{895C76FF-02F3-4178-BADD-57882B512AB0}" destId="{8F878786-9101-4326-85D5-55E491BAB707}" srcOrd="1" destOrd="0" presId="urn:microsoft.com/office/officeart/2005/8/layout/orgChart1"/>
    <dgm:cxn modelId="{9E570A51-0800-4D22-8132-556D1FC27FA0}" type="presParOf" srcId="{D023884E-77BD-4E2D-A397-15B1C485F794}" destId="{E3BB2FBC-CB26-43AA-A493-1A6BFC84823D}" srcOrd="1" destOrd="0" presId="urn:microsoft.com/office/officeart/2005/8/layout/orgChart1"/>
    <dgm:cxn modelId="{93C52707-CE9C-4FDF-8428-37C3B9731B7A}" type="presParOf" srcId="{D023884E-77BD-4E2D-A397-15B1C485F794}" destId="{4A5D2531-F8D7-466F-B860-A3F768A73DFB}" srcOrd="2" destOrd="0" presId="urn:microsoft.com/office/officeart/2005/8/layout/orgChart1"/>
    <dgm:cxn modelId="{FCE4ED81-4BAC-47CF-B4F8-A6D86E5B9A82}" type="presParOf" srcId="{607ABEAF-9042-45E9-8807-3CD7F35B9905}" destId="{AE20C09B-A6BA-45F6-A1A0-6C13D760608E}" srcOrd="8" destOrd="0" presId="urn:microsoft.com/office/officeart/2005/8/layout/orgChart1"/>
    <dgm:cxn modelId="{696D9DFE-FAF7-4E32-BAE7-FB5CE98DDC3F}" type="presParOf" srcId="{607ABEAF-9042-45E9-8807-3CD7F35B9905}" destId="{20277488-F8A4-485E-B7FF-DC090CCC301D}" srcOrd="9" destOrd="0" presId="urn:microsoft.com/office/officeart/2005/8/layout/orgChart1"/>
    <dgm:cxn modelId="{ED2460BA-4F66-499D-8A43-0F4C01226EAF}" type="presParOf" srcId="{20277488-F8A4-485E-B7FF-DC090CCC301D}" destId="{BEC32F62-9D16-4FE4-93DA-8585031B5A52}" srcOrd="0" destOrd="0" presId="urn:microsoft.com/office/officeart/2005/8/layout/orgChart1"/>
    <dgm:cxn modelId="{57E0733E-C0A5-4534-B4D6-E6A43730C6C4}" type="presParOf" srcId="{BEC32F62-9D16-4FE4-93DA-8585031B5A52}" destId="{79A1F8DA-A2D4-4BFB-8AEA-23C468FCC7CC}" srcOrd="0" destOrd="0" presId="urn:microsoft.com/office/officeart/2005/8/layout/orgChart1"/>
    <dgm:cxn modelId="{5002233C-6A20-4D98-BF57-1FEE9CC915F9}" type="presParOf" srcId="{BEC32F62-9D16-4FE4-93DA-8585031B5A52}" destId="{F941564C-5A31-4D0C-8C51-65B5F999426C}" srcOrd="1" destOrd="0" presId="urn:microsoft.com/office/officeart/2005/8/layout/orgChart1"/>
    <dgm:cxn modelId="{775177FD-BD78-45A0-9A2F-A7C0FFAB55AE}" type="presParOf" srcId="{20277488-F8A4-485E-B7FF-DC090CCC301D}" destId="{4609A93A-9481-41A6-BD2F-28996D4C9EBD}" srcOrd="1" destOrd="0" presId="urn:microsoft.com/office/officeart/2005/8/layout/orgChart1"/>
    <dgm:cxn modelId="{4641EB99-5D64-4AFC-BA7E-A09AF96DE672}" type="presParOf" srcId="{20277488-F8A4-485E-B7FF-DC090CCC301D}" destId="{8DB9B5F7-8EAE-4DB2-8FB1-73932B867E79}" srcOrd="2" destOrd="0" presId="urn:microsoft.com/office/officeart/2005/8/layout/orgChart1"/>
    <dgm:cxn modelId="{F5715CFF-A8FE-4E82-BFF3-EBC73037D57F}" type="presParOf" srcId="{A6515AEB-D158-4984-9F99-6ECF250F2D42}" destId="{0270AC60-033F-478F-B9C3-FB0D3EA711A8}" srcOrd="2" destOrd="0" presId="urn:microsoft.com/office/officeart/2005/8/layout/orgChart1"/>
    <dgm:cxn modelId="{A5DD46F9-B377-4B02-B3A0-01B6A3C6E9FC}" type="presParOf" srcId="{0EBA3725-284F-4CDA-BEA8-CD49374D4193}" destId="{A363B81D-8942-4655-8B6E-A2C85712C88F}" srcOrd="2" destOrd="0" presId="urn:microsoft.com/office/officeart/2005/8/layout/orgChart1"/>
    <dgm:cxn modelId="{CE101C7A-CC8B-4533-89E1-5956B36C17CD}" type="presParOf" srcId="{488D309E-DE97-4718-AE37-24808793BC4C}" destId="{57AE5089-DA10-495E-AD71-BB970AE2E4AD}" srcOrd="8" destOrd="0" presId="urn:microsoft.com/office/officeart/2005/8/layout/orgChart1"/>
    <dgm:cxn modelId="{607760FF-2AF7-4E8C-9D7B-D09B226DE2DA}" type="presParOf" srcId="{488D309E-DE97-4718-AE37-24808793BC4C}" destId="{44E1832F-7295-4E18-B041-507F6C181F42}" srcOrd="9" destOrd="0" presId="urn:microsoft.com/office/officeart/2005/8/layout/orgChart1"/>
    <dgm:cxn modelId="{740AF388-FD6B-4325-8CA7-A64F2B4B8DFD}" type="presParOf" srcId="{44E1832F-7295-4E18-B041-507F6C181F42}" destId="{F69B626E-7F70-4150-B751-F8BC3C0113E8}" srcOrd="0" destOrd="0" presId="urn:microsoft.com/office/officeart/2005/8/layout/orgChart1"/>
    <dgm:cxn modelId="{81D92144-38FC-4782-8A4B-390283D514B1}" type="presParOf" srcId="{F69B626E-7F70-4150-B751-F8BC3C0113E8}" destId="{1B1027C6-3A18-4BD0-9328-7CA8B7D1AF62}" srcOrd="0" destOrd="0" presId="urn:microsoft.com/office/officeart/2005/8/layout/orgChart1"/>
    <dgm:cxn modelId="{27E1601B-89D8-4CD1-9D07-1434411221D6}" type="presParOf" srcId="{F69B626E-7F70-4150-B751-F8BC3C0113E8}" destId="{E0802424-C047-4B44-A0E4-56ED95D2259E}" srcOrd="1" destOrd="0" presId="urn:microsoft.com/office/officeart/2005/8/layout/orgChart1"/>
    <dgm:cxn modelId="{EF39B718-62C5-49A6-BF0F-C5644F3F7808}" type="presParOf" srcId="{44E1832F-7295-4E18-B041-507F6C181F42}" destId="{F6DFF7BD-AF80-4723-8551-49EB7A67531F}" srcOrd="1" destOrd="0" presId="urn:microsoft.com/office/officeart/2005/8/layout/orgChart1"/>
    <dgm:cxn modelId="{05C989B5-83B8-491B-A322-C48BBF340F0B}" type="presParOf" srcId="{F6DFF7BD-AF80-4723-8551-49EB7A67531F}" destId="{D6EDB274-CED1-4008-BDFA-F816AD2B6B4D}" srcOrd="0" destOrd="0" presId="urn:microsoft.com/office/officeart/2005/8/layout/orgChart1"/>
    <dgm:cxn modelId="{74317ADF-AC98-49DE-96DC-D620A7B58EAD}" type="presParOf" srcId="{F6DFF7BD-AF80-4723-8551-49EB7A67531F}" destId="{499EE7DC-9C18-49B0-8844-98F6DE06033F}" srcOrd="1" destOrd="0" presId="urn:microsoft.com/office/officeart/2005/8/layout/orgChart1"/>
    <dgm:cxn modelId="{4F3C6358-5E21-41BE-9D1D-A90866B1610E}" type="presParOf" srcId="{499EE7DC-9C18-49B0-8844-98F6DE06033F}" destId="{0ECAB94A-148E-4BB5-92B7-A824A261B871}" srcOrd="0" destOrd="0" presId="urn:microsoft.com/office/officeart/2005/8/layout/orgChart1"/>
    <dgm:cxn modelId="{85365B12-1952-4BC1-AC63-0E6CFEF4A212}" type="presParOf" srcId="{0ECAB94A-148E-4BB5-92B7-A824A261B871}" destId="{142747CD-03AA-4881-B6DA-6FA90856922D}" srcOrd="0" destOrd="0" presId="urn:microsoft.com/office/officeart/2005/8/layout/orgChart1"/>
    <dgm:cxn modelId="{C71970B7-C30D-4513-ADBE-AC08EAF4FCCD}" type="presParOf" srcId="{0ECAB94A-148E-4BB5-92B7-A824A261B871}" destId="{06F599C6-FB93-4762-B6FC-E06C7063078E}" srcOrd="1" destOrd="0" presId="urn:microsoft.com/office/officeart/2005/8/layout/orgChart1"/>
    <dgm:cxn modelId="{5E2F86B9-ADD4-4822-90B0-08E9967906DC}" type="presParOf" srcId="{499EE7DC-9C18-49B0-8844-98F6DE06033F}" destId="{033E3204-5C1B-481D-AD43-86DABF760D34}" srcOrd="1" destOrd="0" presId="urn:microsoft.com/office/officeart/2005/8/layout/orgChart1"/>
    <dgm:cxn modelId="{040DA0A4-83A7-45D7-83CB-F2BD52626435}" type="presParOf" srcId="{033E3204-5C1B-481D-AD43-86DABF760D34}" destId="{8F500987-5D14-4602-8BF9-2A0CE1E75E39}" srcOrd="0" destOrd="0" presId="urn:microsoft.com/office/officeart/2005/8/layout/orgChart1"/>
    <dgm:cxn modelId="{F670EE21-D8F1-4ABF-94BB-164BA396F931}" type="presParOf" srcId="{033E3204-5C1B-481D-AD43-86DABF760D34}" destId="{8D03A261-2F75-4D17-B08E-16321565AA88}" srcOrd="1" destOrd="0" presId="urn:microsoft.com/office/officeart/2005/8/layout/orgChart1"/>
    <dgm:cxn modelId="{9C98AFFF-D8FF-4379-BE60-59A1E5104266}" type="presParOf" srcId="{8D03A261-2F75-4D17-B08E-16321565AA88}" destId="{37778B49-0DB3-4019-8F56-282FFE02209B}" srcOrd="0" destOrd="0" presId="urn:microsoft.com/office/officeart/2005/8/layout/orgChart1"/>
    <dgm:cxn modelId="{8B194522-5FD3-4FEF-8210-74941547A2DB}" type="presParOf" srcId="{37778B49-0DB3-4019-8F56-282FFE02209B}" destId="{33985D27-27F4-47C9-BBA0-09A084AF2218}" srcOrd="0" destOrd="0" presId="urn:microsoft.com/office/officeart/2005/8/layout/orgChart1"/>
    <dgm:cxn modelId="{5CEB0552-462B-472F-8A71-9699EDAFFF98}" type="presParOf" srcId="{37778B49-0DB3-4019-8F56-282FFE02209B}" destId="{FA655792-2C04-491A-B53F-DCD87D1275CE}" srcOrd="1" destOrd="0" presId="urn:microsoft.com/office/officeart/2005/8/layout/orgChart1"/>
    <dgm:cxn modelId="{55220F80-0BE9-41E0-B742-15612CD29671}" type="presParOf" srcId="{8D03A261-2F75-4D17-B08E-16321565AA88}" destId="{47A4F70A-4840-4823-BE01-CD19953254B5}" srcOrd="1" destOrd="0" presId="urn:microsoft.com/office/officeart/2005/8/layout/orgChart1"/>
    <dgm:cxn modelId="{FF25E54A-BF99-4D8A-81DF-61DB83543914}" type="presParOf" srcId="{8D03A261-2F75-4D17-B08E-16321565AA88}" destId="{D311A764-E919-448F-918F-AC17203F95D2}" srcOrd="2" destOrd="0" presId="urn:microsoft.com/office/officeart/2005/8/layout/orgChart1"/>
    <dgm:cxn modelId="{FDCD1551-F870-4BC9-AE47-387E0BA7F21D}" type="presParOf" srcId="{033E3204-5C1B-481D-AD43-86DABF760D34}" destId="{B92B59A9-EF96-473C-8179-4C86F0101A26}" srcOrd="2" destOrd="0" presId="urn:microsoft.com/office/officeart/2005/8/layout/orgChart1"/>
    <dgm:cxn modelId="{7973ECBC-96A5-4918-8A00-0533A91E5B81}" type="presParOf" srcId="{033E3204-5C1B-481D-AD43-86DABF760D34}" destId="{12E7DD9E-21B0-4486-9C80-828322926947}" srcOrd="3" destOrd="0" presId="urn:microsoft.com/office/officeart/2005/8/layout/orgChart1"/>
    <dgm:cxn modelId="{350A4903-2E88-478E-8728-D9647791E7BB}" type="presParOf" srcId="{12E7DD9E-21B0-4486-9C80-828322926947}" destId="{754F70C4-005B-45DA-A40C-222077CAEA28}" srcOrd="0" destOrd="0" presId="urn:microsoft.com/office/officeart/2005/8/layout/orgChart1"/>
    <dgm:cxn modelId="{C001EB96-6FC1-4C87-8D5A-FE7EB44A13BC}" type="presParOf" srcId="{754F70C4-005B-45DA-A40C-222077CAEA28}" destId="{23B8705C-2646-4FFA-B8E9-C75306743AD9}" srcOrd="0" destOrd="0" presId="urn:microsoft.com/office/officeart/2005/8/layout/orgChart1"/>
    <dgm:cxn modelId="{7265BA4F-0774-478A-90AB-647928F3861B}" type="presParOf" srcId="{754F70C4-005B-45DA-A40C-222077CAEA28}" destId="{A003AB92-266D-4470-BDCE-4A845A14408E}" srcOrd="1" destOrd="0" presId="urn:microsoft.com/office/officeart/2005/8/layout/orgChart1"/>
    <dgm:cxn modelId="{AD29CB66-9F8B-4D6D-B912-37B9F4592233}" type="presParOf" srcId="{12E7DD9E-21B0-4486-9C80-828322926947}" destId="{1B846582-40A2-4B59-8BEC-9061CA62CB29}" srcOrd="1" destOrd="0" presId="urn:microsoft.com/office/officeart/2005/8/layout/orgChart1"/>
    <dgm:cxn modelId="{8EEF3828-EDBE-41DC-878F-210001DD260F}" type="presParOf" srcId="{1B846582-40A2-4B59-8BEC-9061CA62CB29}" destId="{4E81E39F-84A9-4CD3-90FA-EC4F851C54C4}" srcOrd="0" destOrd="0" presId="urn:microsoft.com/office/officeart/2005/8/layout/orgChart1"/>
    <dgm:cxn modelId="{FC6E85F3-2749-41FA-8BF1-1CA4E495F2BA}" type="presParOf" srcId="{1B846582-40A2-4B59-8BEC-9061CA62CB29}" destId="{E409733D-5326-49C0-A7EB-54BC0F52A8C3}" srcOrd="1" destOrd="0" presId="urn:microsoft.com/office/officeart/2005/8/layout/orgChart1"/>
    <dgm:cxn modelId="{7400CD51-2D57-495C-B586-A7EEF479265D}" type="presParOf" srcId="{E409733D-5326-49C0-A7EB-54BC0F52A8C3}" destId="{06545201-E43A-488B-84A3-72819132843E}" srcOrd="0" destOrd="0" presId="urn:microsoft.com/office/officeart/2005/8/layout/orgChart1"/>
    <dgm:cxn modelId="{34AA8BB6-FEC0-4747-A480-58DB54450C87}" type="presParOf" srcId="{06545201-E43A-488B-84A3-72819132843E}" destId="{7A5E0612-27C0-42D4-9B81-189B3C4B2B21}" srcOrd="0" destOrd="0" presId="urn:microsoft.com/office/officeart/2005/8/layout/orgChart1"/>
    <dgm:cxn modelId="{377E9673-2087-4608-877E-98F0B88B2E27}" type="presParOf" srcId="{06545201-E43A-488B-84A3-72819132843E}" destId="{48326EEC-BA37-4B24-847A-4C1C7E9860D9}" srcOrd="1" destOrd="0" presId="urn:microsoft.com/office/officeart/2005/8/layout/orgChart1"/>
    <dgm:cxn modelId="{C8F6859E-E659-4FAE-A507-4598919D6306}" type="presParOf" srcId="{E409733D-5326-49C0-A7EB-54BC0F52A8C3}" destId="{96DCA749-BDB2-4F03-99AA-F72D929B93CB}" srcOrd="1" destOrd="0" presId="urn:microsoft.com/office/officeart/2005/8/layout/orgChart1"/>
    <dgm:cxn modelId="{03C77CE5-A103-44A3-B544-D8F4716E5D94}" type="presParOf" srcId="{E409733D-5326-49C0-A7EB-54BC0F52A8C3}" destId="{3151331F-86AB-4051-9AF0-BFC37721BDD0}" srcOrd="2" destOrd="0" presId="urn:microsoft.com/office/officeart/2005/8/layout/orgChart1"/>
    <dgm:cxn modelId="{BDAA4232-D382-4D15-B46D-A2084E5667BD}" type="presParOf" srcId="{12E7DD9E-21B0-4486-9C80-828322926947}" destId="{8B67B0A6-E82F-4A22-844E-E3157D703457}" srcOrd="2" destOrd="0" presId="urn:microsoft.com/office/officeart/2005/8/layout/orgChart1"/>
    <dgm:cxn modelId="{D3F9D272-A0EE-4440-ACA0-7C93C4338295}" type="presParOf" srcId="{499EE7DC-9C18-49B0-8844-98F6DE06033F}" destId="{7F29B4A8-FC4D-481E-8C6B-F337E0C09E80}" srcOrd="2" destOrd="0" presId="urn:microsoft.com/office/officeart/2005/8/layout/orgChart1"/>
    <dgm:cxn modelId="{4EFF15F5-75AD-482F-A983-95E53E988E7E}" type="presParOf" srcId="{F6DFF7BD-AF80-4723-8551-49EB7A67531F}" destId="{FE09D4D7-E09A-4FF1-97B2-CEFF2B443F95}" srcOrd="2" destOrd="0" presId="urn:microsoft.com/office/officeart/2005/8/layout/orgChart1"/>
    <dgm:cxn modelId="{3DA8A13D-AEA6-4A8A-AEDC-E397A7C44E43}" type="presParOf" srcId="{F6DFF7BD-AF80-4723-8551-49EB7A67531F}" destId="{1DE1D5E5-B058-42D8-81EC-BA89916D837F}" srcOrd="3" destOrd="0" presId="urn:microsoft.com/office/officeart/2005/8/layout/orgChart1"/>
    <dgm:cxn modelId="{C3D434C5-7DF3-4F29-8A66-77D2443A772B}" type="presParOf" srcId="{1DE1D5E5-B058-42D8-81EC-BA89916D837F}" destId="{9CEF5CC7-EADA-4426-BCCA-C457578EAED4}" srcOrd="0" destOrd="0" presId="urn:microsoft.com/office/officeart/2005/8/layout/orgChart1"/>
    <dgm:cxn modelId="{D0D8F20F-AF7E-4EE0-B75A-DF47B3B29193}" type="presParOf" srcId="{9CEF5CC7-EADA-4426-BCCA-C457578EAED4}" destId="{C72A4CBF-2A9F-460D-AE30-3BA2E2FCDD5E}" srcOrd="0" destOrd="0" presId="urn:microsoft.com/office/officeart/2005/8/layout/orgChart1"/>
    <dgm:cxn modelId="{19093B09-11CB-49EB-A7B4-A707AA4F3162}" type="presParOf" srcId="{9CEF5CC7-EADA-4426-BCCA-C457578EAED4}" destId="{881B94DD-99E4-4337-852C-BCE34A457B6E}" srcOrd="1" destOrd="0" presId="urn:microsoft.com/office/officeart/2005/8/layout/orgChart1"/>
    <dgm:cxn modelId="{6D48F92F-B897-46D7-BEBB-0D23EF995C13}" type="presParOf" srcId="{1DE1D5E5-B058-42D8-81EC-BA89916D837F}" destId="{8C9C1EF1-7B40-4ED2-BE07-F79392362439}" srcOrd="1" destOrd="0" presId="urn:microsoft.com/office/officeart/2005/8/layout/orgChart1"/>
    <dgm:cxn modelId="{3850AF05-8CBB-4A51-9B8E-3CB43407A1DC}" type="presParOf" srcId="{8C9C1EF1-7B40-4ED2-BE07-F79392362439}" destId="{ACBF37C8-7B24-44B4-8292-94F533C36898}" srcOrd="0" destOrd="0" presId="urn:microsoft.com/office/officeart/2005/8/layout/orgChart1"/>
    <dgm:cxn modelId="{49C339B9-7031-43D1-B085-A17F7EB8D48C}" type="presParOf" srcId="{8C9C1EF1-7B40-4ED2-BE07-F79392362439}" destId="{A00599D4-35BF-43BA-8B50-90934C68E8FE}" srcOrd="1" destOrd="0" presId="urn:microsoft.com/office/officeart/2005/8/layout/orgChart1"/>
    <dgm:cxn modelId="{563F524F-660F-4FC7-AF35-CC3B1A2E137E}" type="presParOf" srcId="{A00599D4-35BF-43BA-8B50-90934C68E8FE}" destId="{498BFD38-13A2-45F1-86ED-542C0B5CC2B3}" srcOrd="0" destOrd="0" presId="urn:microsoft.com/office/officeart/2005/8/layout/orgChart1"/>
    <dgm:cxn modelId="{8FDFAFFE-B95E-4DDC-B229-9B3A5C76BB6C}" type="presParOf" srcId="{498BFD38-13A2-45F1-86ED-542C0B5CC2B3}" destId="{84A16F38-3034-4E8D-BE08-8CA77629BEE6}" srcOrd="0" destOrd="0" presId="urn:microsoft.com/office/officeart/2005/8/layout/orgChart1"/>
    <dgm:cxn modelId="{016AFED5-DB08-42CA-A56D-3156FA42EF45}" type="presParOf" srcId="{498BFD38-13A2-45F1-86ED-542C0B5CC2B3}" destId="{649D566E-02EE-4BC7-891C-2C5B0BC318FE}" srcOrd="1" destOrd="0" presId="urn:microsoft.com/office/officeart/2005/8/layout/orgChart1"/>
    <dgm:cxn modelId="{70ABDD15-29B2-49A6-94F1-3A6EE2990B50}" type="presParOf" srcId="{A00599D4-35BF-43BA-8B50-90934C68E8FE}" destId="{85DA3AF0-152C-4A00-8ECF-70B0D2173F1E}" srcOrd="1" destOrd="0" presId="urn:microsoft.com/office/officeart/2005/8/layout/orgChart1"/>
    <dgm:cxn modelId="{BFB47B08-D503-4B22-BA65-EF73B2D56E93}" type="presParOf" srcId="{A00599D4-35BF-43BA-8B50-90934C68E8FE}" destId="{FAA987F8-CE6A-4F5C-B77A-E9FA7C2BDBB3}" srcOrd="2" destOrd="0" presId="urn:microsoft.com/office/officeart/2005/8/layout/orgChart1"/>
    <dgm:cxn modelId="{459924AE-48AF-4761-A3A2-E420BC81D22C}" type="presParOf" srcId="{8C9C1EF1-7B40-4ED2-BE07-F79392362439}" destId="{1FEF308A-2115-43E7-9CD9-256AE44B2B4C}" srcOrd="2" destOrd="0" presId="urn:microsoft.com/office/officeart/2005/8/layout/orgChart1"/>
    <dgm:cxn modelId="{EAE500E3-B48B-498D-BA6D-AB8084B45886}" type="presParOf" srcId="{8C9C1EF1-7B40-4ED2-BE07-F79392362439}" destId="{A8C7065B-D2BF-4F90-9024-759F733F9188}" srcOrd="3" destOrd="0" presId="urn:microsoft.com/office/officeart/2005/8/layout/orgChart1"/>
    <dgm:cxn modelId="{08E8913C-DE2F-4E1F-860E-EFCB3F30784D}" type="presParOf" srcId="{A8C7065B-D2BF-4F90-9024-759F733F9188}" destId="{CF8F04B3-9CED-410A-942E-47B0876FD8DC}" srcOrd="0" destOrd="0" presId="urn:microsoft.com/office/officeart/2005/8/layout/orgChart1"/>
    <dgm:cxn modelId="{AA2FE701-7FC4-45A3-86A2-6902E84145C6}" type="presParOf" srcId="{CF8F04B3-9CED-410A-942E-47B0876FD8DC}" destId="{7FDBE538-1251-4011-867F-23EB1A227FC6}" srcOrd="0" destOrd="0" presId="urn:microsoft.com/office/officeart/2005/8/layout/orgChart1"/>
    <dgm:cxn modelId="{A1AD60A3-F258-4934-9FD0-378F6CBDD9CF}" type="presParOf" srcId="{CF8F04B3-9CED-410A-942E-47B0876FD8DC}" destId="{C4C92A28-D989-41D4-A615-51A64273EECE}" srcOrd="1" destOrd="0" presId="urn:microsoft.com/office/officeart/2005/8/layout/orgChart1"/>
    <dgm:cxn modelId="{09B033B7-8E9C-449B-ADBB-5AB4955B9D48}" type="presParOf" srcId="{A8C7065B-D2BF-4F90-9024-759F733F9188}" destId="{DF453755-346E-4B5E-8530-88F5A984114B}" srcOrd="1" destOrd="0" presId="urn:microsoft.com/office/officeart/2005/8/layout/orgChart1"/>
    <dgm:cxn modelId="{1A3191F7-69C0-4248-80F5-460FF5361DF8}" type="presParOf" srcId="{A8C7065B-D2BF-4F90-9024-759F733F9188}" destId="{050923B4-42AD-4BEB-9CE8-A49B6F33AE82}" srcOrd="2" destOrd="0" presId="urn:microsoft.com/office/officeart/2005/8/layout/orgChart1"/>
    <dgm:cxn modelId="{ABF2D44D-08EF-4F18-B0E6-6FDAAA81525F}" type="presParOf" srcId="{8C9C1EF1-7B40-4ED2-BE07-F79392362439}" destId="{D0B8AA73-6DC1-4FA2-8675-301EF1E20014}" srcOrd="4" destOrd="0" presId="urn:microsoft.com/office/officeart/2005/8/layout/orgChart1"/>
    <dgm:cxn modelId="{E15C1B0C-AB42-4C6E-8FB7-4A6558C408C8}" type="presParOf" srcId="{8C9C1EF1-7B40-4ED2-BE07-F79392362439}" destId="{CA0AFA10-9DF9-4782-9467-E86FCB6F15FB}" srcOrd="5" destOrd="0" presId="urn:microsoft.com/office/officeart/2005/8/layout/orgChart1"/>
    <dgm:cxn modelId="{381E7998-0C68-4CD3-9E74-79752A99E73C}" type="presParOf" srcId="{CA0AFA10-9DF9-4782-9467-E86FCB6F15FB}" destId="{3B34B8EA-DB7D-4294-BF87-C1D908D2136E}" srcOrd="0" destOrd="0" presId="urn:microsoft.com/office/officeart/2005/8/layout/orgChart1"/>
    <dgm:cxn modelId="{3DD7EA68-E459-4DE4-BA69-4E0D6E3728EA}" type="presParOf" srcId="{3B34B8EA-DB7D-4294-BF87-C1D908D2136E}" destId="{FCFE15F8-4D9A-4B8F-925C-8E042B13FCC4}" srcOrd="0" destOrd="0" presId="urn:microsoft.com/office/officeart/2005/8/layout/orgChart1"/>
    <dgm:cxn modelId="{045BE392-6B5F-4367-AA16-C0B435457BB1}" type="presParOf" srcId="{3B34B8EA-DB7D-4294-BF87-C1D908D2136E}" destId="{3FAAB852-CFD8-4D96-954A-A5EBDAF94910}" srcOrd="1" destOrd="0" presId="urn:microsoft.com/office/officeart/2005/8/layout/orgChart1"/>
    <dgm:cxn modelId="{37057522-5283-47A9-851E-3E3D0763694E}" type="presParOf" srcId="{CA0AFA10-9DF9-4782-9467-E86FCB6F15FB}" destId="{10CC7367-CE71-4E4C-910B-A949292A16F1}" srcOrd="1" destOrd="0" presId="urn:microsoft.com/office/officeart/2005/8/layout/orgChart1"/>
    <dgm:cxn modelId="{9015A72B-D3E3-44F9-BA11-3668D6FD399D}" type="presParOf" srcId="{CA0AFA10-9DF9-4782-9467-E86FCB6F15FB}" destId="{7AC55DC9-B8A5-4C18-9648-DE84607574CD}" srcOrd="2" destOrd="0" presId="urn:microsoft.com/office/officeart/2005/8/layout/orgChart1"/>
    <dgm:cxn modelId="{2BD4C735-C2B5-40EE-8365-94B1B8F19D43}" type="presParOf" srcId="{1DE1D5E5-B058-42D8-81EC-BA89916D837F}" destId="{8D32EC18-2C29-41FE-ABDE-05C3A196C21D}" srcOrd="2" destOrd="0" presId="urn:microsoft.com/office/officeart/2005/8/layout/orgChart1"/>
    <dgm:cxn modelId="{8A723687-08C0-4E62-8735-C201B683E3A5}" type="presParOf" srcId="{F6DFF7BD-AF80-4723-8551-49EB7A67531F}" destId="{63C61CFD-052F-4554-A080-2C57757D426A}" srcOrd="4" destOrd="0" presId="urn:microsoft.com/office/officeart/2005/8/layout/orgChart1"/>
    <dgm:cxn modelId="{D7A06954-4CE8-4611-9C1F-C036A1805FE1}" type="presParOf" srcId="{F6DFF7BD-AF80-4723-8551-49EB7A67531F}" destId="{F2F9A6CF-ED4E-4283-BAFE-DFD6BDD84989}" srcOrd="5" destOrd="0" presId="urn:microsoft.com/office/officeart/2005/8/layout/orgChart1"/>
    <dgm:cxn modelId="{20E70338-4FC9-4A4F-B678-1BFB0B51498B}" type="presParOf" srcId="{F2F9A6CF-ED4E-4283-BAFE-DFD6BDD84989}" destId="{EA3EB57C-433B-4EC2-A9D2-ACB76A602567}" srcOrd="0" destOrd="0" presId="urn:microsoft.com/office/officeart/2005/8/layout/orgChart1"/>
    <dgm:cxn modelId="{AD9BF661-5AD6-4841-802A-A644F4DAC7FE}" type="presParOf" srcId="{EA3EB57C-433B-4EC2-A9D2-ACB76A602567}" destId="{710F81AE-70A1-4E83-8173-A2A21A78F934}" srcOrd="0" destOrd="0" presId="urn:microsoft.com/office/officeart/2005/8/layout/orgChart1"/>
    <dgm:cxn modelId="{0D38F8BC-7BAD-4ED8-B9FD-A139EE90C6F0}" type="presParOf" srcId="{EA3EB57C-433B-4EC2-A9D2-ACB76A602567}" destId="{CACCD6A7-0841-4BB3-A502-7899F103D535}" srcOrd="1" destOrd="0" presId="urn:microsoft.com/office/officeart/2005/8/layout/orgChart1"/>
    <dgm:cxn modelId="{56E62BC7-D1B3-49BF-8558-787CA68A9880}" type="presParOf" srcId="{F2F9A6CF-ED4E-4283-BAFE-DFD6BDD84989}" destId="{A372683E-6A6D-43A7-ABE4-5E9FBD822723}" srcOrd="1" destOrd="0" presId="urn:microsoft.com/office/officeart/2005/8/layout/orgChart1"/>
    <dgm:cxn modelId="{8641F75B-C3F9-4284-A067-DC275B13518A}" type="presParOf" srcId="{F2F9A6CF-ED4E-4283-BAFE-DFD6BDD84989}" destId="{D892E893-DB30-484F-A99A-6C244B7CFED8}" srcOrd="2" destOrd="0" presId="urn:microsoft.com/office/officeart/2005/8/layout/orgChart1"/>
    <dgm:cxn modelId="{6393FCF3-0943-4AFE-B62A-D2169ADA7B20}" type="presParOf" srcId="{44E1832F-7295-4E18-B041-507F6C181F42}" destId="{87E4DD6C-B227-46BC-824B-BE317126E089}" srcOrd="2" destOrd="0" presId="urn:microsoft.com/office/officeart/2005/8/layout/orgChart1"/>
    <dgm:cxn modelId="{4BA20F27-3D74-46BF-8FB1-C1C5673414ED}" type="presParOf" srcId="{13E4A8E8-7135-4DD9-AE82-42E87D2644F3}" destId="{B844ABFA-FCD2-4249-919A-A285C6DDE7DF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ECE6E4C-4F6E-45AC-B6DB-CE4BC7414312}">
      <dsp:nvSpPr>
        <dsp:cNvPr id="0" name=""/>
        <dsp:cNvSpPr/>
      </dsp:nvSpPr>
      <dsp:spPr>
        <a:xfrm>
          <a:off x="5344678" y="1463278"/>
          <a:ext cx="1134070" cy="756046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Login page</a:t>
          </a:r>
        </a:p>
      </dsp:txBody>
      <dsp:txXfrm>
        <a:off x="5366822" y="1485422"/>
        <a:ext cx="1089782" cy="711758"/>
      </dsp:txXfrm>
    </dsp:sp>
    <dsp:sp modelId="{8C65FE96-123D-484D-B4A1-E419082213D7}">
      <dsp:nvSpPr>
        <dsp:cNvPr id="0" name=""/>
        <dsp:cNvSpPr/>
      </dsp:nvSpPr>
      <dsp:spPr>
        <a:xfrm>
          <a:off x="1673125" y="2219324"/>
          <a:ext cx="4238587" cy="302418"/>
        </a:xfrm>
        <a:custGeom>
          <a:avLst/>
          <a:gdLst/>
          <a:ahLst/>
          <a:cxnLst/>
          <a:rect l="0" t="0" r="0" b="0"/>
          <a:pathLst>
            <a:path>
              <a:moveTo>
                <a:pt x="4238587" y="0"/>
              </a:moveTo>
              <a:lnTo>
                <a:pt x="4238587" y="151209"/>
              </a:lnTo>
              <a:lnTo>
                <a:pt x="0" y="151209"/>
              </a:lnTo>
              <a:lnTo>
                <a:pt x="0" y="302418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21D4B3-5FFF-4D1D-94B4-19CE55B41810}">
      <dsp:nvSpPr>
        <dsp:cNvPr id="0" name=""/>
        <dsp:cNvSpPr/>
      </dsp:nvSpPr>
      <dsp:spPr>
        <a:xfrm>
          <a:off x="1106090" y="2521743"/>
          <a:ext cx="1134070" cy="75604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Student</a:t>
          </a:r>
        </a:p>
      </dsp:txBody>
      <dsp:txXfrm>
        <a:off x="1128234" y="2543887"/>
        <a:ext cx="1089782" cy="711758"/>
      </dsp:txXfrm>
    </dsp:sp>
    <dsp:sp modelId="{AEF84D15-4F7F-4601-A26A-527D7F2881F2}">
      <dsp:nvSpPr>
        <dsp:cNvPr id="0" name=""/>
        <dsp:cNvSpPr/>
      </dsp:nvSpPr>
      <dsp:spPr>
        <a:xfrm>
          <a:off x="567407" y="3277790"/>
          <a:ext cx="1105718" cy="302418"/>
        </a:xfrm>
        <a:custGeom>
          <a:avLst/>
          <a:gdLst/>
          <a:ahLst/>
          <a:cxnLst/>
          <a:rect l="0" t="0" r="0" b="0"/>
          <a:pathLst>
            <a:path>
              <a:moveTo>
                <a:pt x="1105718" y="0"/>
              </a:moveTo>
              <a:lnTo>
                <a:pt x="1105718" y="151209"/>
              </a:lnTo>
              <a:lnTo>
                <a:pt x="0" y="151209"/>
              </a:lnTo>
              <a:lnTo>
                <a:pt x="0" y="302418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9596AD-10F0-400B-9B45-CF4F904F87A3}">
      <dsp:nvSpPr>
        <dsp:cNvPr id="0" name=""/>
        <dsp:cNvSpPr/>
      </dsp:nvSpPr>
      <dsp:spPr>
        <a:xfrm>
          <a:off x="372" y="3580209"/>
          <a:ext cx="1134070" cy="756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Timetable view</a:t>
          </a:r>
        </a:p>
      </dsp:txBody>
      <dsp:txXfrm>
        <a:off x="22516" y="3602353"/>
        <a:ext cx="1089782" cy="711758"/>
      </dsp:txXfrm>
    </dsp:sp>
    <dsp:sp modelId="{1E819226-2667-4680-8D92-6A4AE00630B1}">
      <dsp:nvSpPr>
        <dsp:cNvPr id="0" name=""/>
        <dsp:cNvSpPr/>
      </dsp:nvSpPr>
      <dsp:spPr>
        <a:xfrm>
          <a:off x="521687" y="4336256"/>
          <a:ext cx="91440" cy="30241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2418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D80CB98-9970-41A5-A7AF-C1A251863A0A}">
      <dsp:nvSpPr>
        <dsp:cNvPr id="0" name=""/>
        <dsp:cNvSpPr/>
      </dsp:nvSpPr>
      <dsp:spPr>
        <a:xfrm>
          <a:off x="372" y="4638675"/>
          <a:ext cx="1134070" cy="75604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Switch view options</a:t>
          </a:r>
        </a:p>
      </dsp:txBody>
      <dsp:txXfrm>
        <a:off x="22516" y="4660819"/>
        <a:ext cx="1089782" cy="711758"/>
      </dsp:txXfrm>
    </dsp:sp>
    <dsp:sp modelId="{3F04DCB3-0CE3-42E9-B303-ABB79FD2026C}">
      <dsp:nvSpPr>
        <dsp:cNvPr id="0" name=""/>
        <dsp:cNvSpPr/>
      </dsp:nvSpPr>
      <dsp:spPr>
        <a:xfrm>
          <a:off x="1673125" y="3277790"/>
          <a:ext cx="1105718" cy="3024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209"/>
              </a:lnTo>
              <a:lnTo>
                <a:pt x="1105718" y="151209"/>
              </a:lnTo>
              <a:lnTo>
                <a:pt x="1105718" y="302418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7FD267-17F5-4C55-997D-B72EC2FC368A}">
      <dsp:nvSpPr>
        <dsp:cNvPr id="0" name=""/>
        <dsp:cNvSpPr/>
      </dsp:nvSpPr>
      <dsp:spPr>
        <a:xfrm>
          <a:off x="2211809" y="3580209"/>
          <a:ext cx="1134070" cy="756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Set location</a:t>
          </a:r>
        </a:p>
      </dsp:txBody>
      <dsp:txXfrm>
        <a:off x="2233953" y="3602353"/>
        <a:ext cx="1089782" cy="711758"/>
      </dsp:txXfrm>
    </dsp:sp>
    <dsp:sp modelId="{8B0C26BB-D7C1-4995-98ED-54EBEA85C36B}">
      <dsp:nvSpPr>
        <dsp:cNvPr id="0" name=""/>
        <dsp:cNvSpPr/>
      </dsp:nvSpPr>
      <dsp:spPr>
        <a:xfrm>
          <a:off x="2041698" y="4336256"/>
          <a:ext cx="737145" cy="302418"/>
        </a:xfrm>
        <a:custGeom>
          <a:avLst/>
          <a:gdLst/>
          <a:ahLst/>
          <a:cxnLst/>
          <a:rect l="0" t="0" r="0" b="0"/>
          <a:pathLst>
            <a:path>
              <a:moveTo>
                <a:pt x="737145" y="0"/>
              </a:moveTo>
              <a:lnTo>
                <a:pt x="737145" y="151209"/>
              </a:lnTo>
              <a:lnTo>
                <a:pt x="0" y="151209"/>
              </a:lnTo>
              <a:lnTo>
                <a:pt x="0" y="302418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6259C36-10B3-4A74-A194-29CF0430B917}">
      <dsp:nvSpPr>
        <dsp:cNvPr id="0" name=""/>
        <dsp:cNvSpPr/>
      </dsp:nvSpPr>
      <dsp:spPr>
        <a:xfrm>
          <a:off x="1474663" y="4638675"/>
          <a:ext cx="1134070" cy="75604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Manual update</a:t>
          </a:r>
        </a:p>
      </dsp:txBody>
      <dsp:txXfrm>
        <a:off x="1496807" y="4660819"/>
        <a:ext cx="1089782" cy="711758"/>
      </dsp:txXfrm>
    </dsp:sp>
    <dsp:sp modelId="{F6F7990B-7ECE-4AA9-A1A3-1FBCD262E30E}">
      <dsp:nvSpPr>
        <dsp:cNvPr id="0" name=""/>
        <dsp:cNvSpPr/>
      </dsp:nvSpPr>
      <dsp:spPr>
        <a:xfrm>
          <a:off x="2778844" y="4336256"/>
          <a:ext cx="737145" cy="3024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209"/>
              </a:lnTo>
              <a:lnTo>
                <a:pt x="737145" y="151209"/>
              </a:lnTo>
              <a:lnTo>
                <a:pt x="737145" y="302418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14F6BCF-D148-4BE0-9416-93F0444EBFBD}">
      <dsp:nvSpPr>
        <dsp:cNvPr id="0" name=""/>
        <dsp:cNvSpPr/>
      </dsp:nvSpPr>
      <dsp:spPr>
        <a:xfrm>
          <a:off x="2948954" y="4638675"/>
          <a:ext cx="1134070" cy="75604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Automatic update</a:t>
          </a:r>
        </a:p>
      </dsp:txBody>
      <dsp:txXfrm>
        <a:off x="2971098" y="4660819"/>
        <a:ext cx="1089782" cy="711758"/>
      </dsp:txXfrm>
    </dsp:sp>
    <dsp:sp modelId="{7DA9F598-4E0B-4392-8BCB-FF2CCF008B42}">
      <dsp:nvSpPr>
        <dsp:cNvPr id="0" name=""/>
        <dsp:cNvSpPr/>
      </dsp:nvSpPr>
      <dsp:spPr>
        <a:xfrm>
          <a:off x="5727427" y="2219324"/>
          <a:ext cx="184286" cy="302418"/>
        </a:xfrm>
        <a:custGeom>
          <a:avLst/>
          <a:gdLst/>
          <a:ahLst/>
          <a:cxnLst/>
          <a:rect l="0" t="0" r="0" b="0"/>
          <a:pathLst>
            <a:path>
              <a:moveTo>
                <a:pt x="184286" y="0"/>
              </a:moveTo>
              <a:lnTo>
                <a:pt x="184286" y="151209"/>
              </a:lnTo>
              <a:lnTo>
                <a:pt x="0" y="151209"/>
              </a:lnTo>
              <a:lnTo>
                <a:pt x="0" y="302418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29C15E5-4480-42E2-9098-A59A8D2CEF76}">
      <dsp:nvSpPr>
        <dsp:cNvPr id="0" name=""/>
        <dsp:cNvSpPr/>
      </dsp:nvSpPr>
      <dsp:spPr>
        <a:xfrm>
          <a:off x="5160391" y="2521743"/>
          <a:ext cx="1134070" cy="75604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Teacher</a:t>
          </a:r>
        </a:p>
      </dsp:txBody>
      <dsp:txXfrm>
        <a:off x="5182535" y="2543887"/>
        <a:ext cx="1089782" cy="711758"/>
      </dsp:txXfrm>
    </dsp:sp>
    <dsp:sp modelId="{EF44CD87-ACF5-4047-BA9F-0ACFC9771257}">
      <dsp:nvSpPr>
        <dsp:cNvPr id="0" name=""/>
        <dsp:cNvSpPr/>
      </dsp:nvSpPr>
      <dsp:spPr>
        <a:xfrm>
          <a:off x="4253135" y="3277790"/>
          <a:ext cx="1474291" cy="302418"/>
        </a:xfrm>
        <a:custGeom>
          <a:avLst/>
          <a:gdLst/>
          <a:ahLst/>
          <a:cxnLst/>
          <a:rect l="0" t="0" r="0" b="0"/>
          <a:pathLst>
            <a:path>
              <a:moveTo>
                <a:pt x="1474291" y="0"/>
              </a:moveTo>
              <a:lnTo>
                <a:pt x="1474291" y="151209"/>
              </a:lnTo>
              <a:lnTo>
                <a:pt x="0" y="151209"/>
              </a:lnTo>
              <a:lnTo>
                <a:pt x="0" y="302418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CD4EA27-D902-4F7C-8050-AAFA61F1CF0A}">
      <dsp:nvSpPr>
        <dsp:cNvPr id="0" name=""/>
        <dsp:cNvSpPr/>
      </dsp:nvSpPr>
      <dsp:spPr>
        <a:xfrm>
          <a:off x="3686100" y="3580209"/>
          <a:ext cx="1134070" cy="756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Public view</a:t>
          </a:r>
        </a:p>
      </dsp:txBody>
      <dsp:txXfrm>
        <a:off x="3708244" y="3602353"/>
        <a:ext cx="1089782" cy="711758"/>
      </dsp:txXfrm>
    </dsp:sp>
    <dsp:sp modelId="{681CFA64-B73F-44FE-AE54-BD863918CE25}">
      <dsp:nvSpPr>
        <dsp:cNvPr id="0" name=""/>
        <dsp:cNvSpPr/>
      </dsp:nvSpPr>
      <dsp:spPr>
        <a:xfrm>
          <a:off x="5681707" y="3277790"/>
          <a:ext cx="91440" cy="30241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2418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AE1EECF-7AA5-4DC3-A700-855F2D0F6E7A}">
      <dsp:nvSpPr>
        <dsp:cNvPr id="0" name=""/>
        <dsp:cNvSpPr/>
      </dsp:nvSpPr>
      <dsp:spPr>
        <a:xfrm>
          <a:off x="5160391" y="3580209"/>
          <a:ext cx="1134070" cy="756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Analysis view</a:t>
          </a:r>
        </a:p>
      </dsp:txBody>
      <dsp:txXfrm>
        <a:off x="5182535" y="3602353"/>
        <a:ext cx="1089782" cy="711758"/>
      </dsp:txXfrm>
    </dsp:sp>
    <dsp:sp modelId="{F62C6966-CE83-48C9-8DDD-3EEB3DC33AEF}">
      <dsp:nvSpPr>
        <dsp:cNvPr id="0" name=""/>
        <dsp:cNvSpPr/>
      </dsp:nvSpPr>
      <dsp:spPr>
        <a:xfrm>
          <a:off x="5727427" y="3277790"/>
          <a:ext cx="1474291" cy="3024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209"/>
              </a:lnTo>
              <a:lnTo>
                <a:pt x="1474291" y="151209"/>
              </a:lnTo>
              <a:lnTo>
                <a:pt x="1474291" y="302418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CBFCB9-1E5E-4FDC-9A34-B9113AAA0C43}">
      <dsp:nvSpPr>
        <dsp:cNvPr id="0" name=""/>
        <dsp:cNvSpPr/>
      </dsp:nvSpPr>
      <dsp:spPr>
        <a:xfrm>
          <a:off x="6634683" y="3580209"/>
          <a:ext cx="1134070" cy="756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Class view/register</a:t>
          </a:r>
        </a:p>
      </dsp:txBody>
      <dsp:txXfrm>
        <a:off x="6656827" y="3602353"/>
        <a:ext cx="1089782" cy="711758"/>
      </dsp:txXfrm>
    </dsp:sp>
    <dsp:sp modelId="{BF5D34F5-7B77-4557-82E4-BEB661819336}">
      <dsp:nvSpPr>
        <dsp:cNvPr id="0" name=""/>
        <dsp:cNvSpPr/>
      </dsp:nvSpPr>
      <dsp:spPr>
        <a:xfrm>
          <a:off x="5911713" y="2219324"/>
          <a:ext cx="4238587" cy="3024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209"/>
              </a:lnTo>
              <a:lnTo>
                <a:pt x="4238587" y="151209"/>
              </a:lnTo>
              <a:lnTo>
                <a:pt x="4238587" y="302418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781ED6-68E7-46E2-A751-A1A89B7449E4}">
      <dsp:nvSpPr>
        <dsp:cNvPr id="0" name=""/>
        <dsp:cNvSpPr/>
      </dsp:nvSpPr>
      <dsp:spPr>
        <a:xfrm>
          <a:off x="9583266" y="2521743"/>
          <a:ext cx="1134070" cy="756046"/>
        </a:xfrm>
        <a:prstGeom prst="roundRect">
          <a:avLst>
            <a:gd name="adj" fmla="val 10000"/>
          </a:avLst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Admin</a:t>
          </a:r>
        </a:p>
      </dsp:txBody>
      <dsp:txXfrm>
        <a:off x="9605410" y="2543887"/>
        <a:ext cx="1089782" cy="711758"/>
      </dsp:txXfrm>
    </dsp:sp>
    <dsp:sp modelId="{80D8CAF5-1E3B-487F-9852-E822160662E1}">
      <dsp:nvSpPr>
        <dsp:cNvPr id="0" name=""/>
        <dsp:cNvSpPr/>
      </dsp:nvSpPr>
      <dsp:spPr>
        <a:xfrm>
          <a:off x="8676009" y="3277790"/>
          <a:ext cx="1474291" cy="302418"/>
        </a:xfrm>
        <a:custGeom>
          <a:avLst/>
          <a:gdLst/>
          <a:ahLst/>
          <a:cxnLst/>
          <a:rect l="0" t="0" r="0" b="0"/>
          <a:pathLst>
            <a:path>
              <a:moveTo>
                <a:pt x="1474291" y="0"/>
              </a:moveTo>
              <a:lnTo>
                <a:pt x="1474291" y="151209"/>
              </a:lnTo>
              <a:lnTo>
                <a:pt x="0" y="151209"/>
              </a:lnTo>
              <a:lnTo>
                <a:pt x="0" y="302418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B6554C0-CB3D-4E9E-B56B-EE54BC54B8F3}">
      <dsp:nvSpPr>
        <dsp:cNvPr id="0" name=""/>
        <dsp:cNvSpPr/>
      </dsp:nvSpPr>
      <dsp:spPr>
        <a:xfrm>
          <a:off x="8108974" y="3580209"/>
          <a:ext cx="1134070" cy="756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Global data view</a:t>
          </a:r>
        </a:p>
      </dsp:txBody>
      <dsp:txXfrm>
        <a:off x="8131118" y="3602353"/>
        <a:ext cx="1089782" cy="711758"/>
      </dsp:txXfrm>
    </dsp:sp>
    <dsp:sp modelId="{5F1ADF82-3A84-44C0-A218-F7B3F3D8B2F9}">
      <dsp:nvSpPr>
        <dsp:cNvPr id="0" name=""/>
        <dsp:cNvSpPr/>
      </dsp:nvSpPr>
      <dsp:spPr>
        <a:xfrm>
          <a:off x="10104581" y="3277790"/>
          <a:ext cx="91440" cy="302418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302418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8BBBF9E-41C6-4622-B54B-36512FF417A0}">
      <dsp:nvSpPr>
        <dsp:cNvPr id="0" name=""/>
        <dsp:cNvSpPr/>
      </dsp:nvSpPr>
      <dsp:spPr>
        <a:xfrm>
          <a:off x="9583266" y="3580209"/>
          <a:ext cx="1134070" cy="756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SQL commands</a:t>
          </a:r>
        </a:p>
      </dsp:txBody>
      <dsp:txXfrm>
        <a:off x="9605410" y="3602353"/>
        <a:ext cx="1089782" cy="711758"/>
      </dsp:txXfrm>
    </dsp:sp>
    <dsp:sp modelId="{7F74CD73-D2F9-4CA4-84E2-74DE804ACDAB}">
      <dsp:nvSpPr>
        <dsp:cNvPr id="0" name=""/>
        <dsp:cNvSpPr/>
      </dsp:nvSpPr>
      <dsp:spPr>
        <a:xfrm>
          <a:off x="9413155" y="4336256"/>
          <a:ext cx="737145" cy="302418"/>
        </a:xfrm>
        <a:custGeom>
          <a:avLst/>
          <a:gdLst/>
          <a:ahLst/>
          <a:cxnLst/>
          <a:rect l="0" t="0" r="0" b="0"/>
          <a:pathLst>
            <a:path>
              <a:moveTo>
                <a:pt x="737145" y="0"/>
              </a:moveTo>
              <a:lnTo>
                <a:pt x="737145" y="151209"/>
              </a:lnTo>
              <a:lnTo>
                <a:pt x="0" y="151209"/>
              </a:lnTo>
              <a:lnTo>
                <a:pt x="0" y="302418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37F0B4-7706-406D-B732-E5BB933D1317}">
      <dsp:nvSpPr>
        <dsp:cNvPr id="0" name=""/>
        <dsp:cNvSpPr/>
      </dsp:nvSpPr>
      <dsp:spPr>
        <a:xfrm>
          <a:off x="8846120" y="4638675"/>
          <a:ext cx="1134070" cy="75604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Common pre-set queries</a:t>
          </a:r>
        </a:p>
      </dsp:txBody>
      <dsp:txXfrm>
        <a:off x="8868264" y="4660819"/>
        <a:ext cx="1089782" cy="711758"/>
      </dsp:txXfrm>
    </dsp:sp>
    <dsp:sp modelId="{409A2363-B311-4B93-91C1-22E7F7F952DF}">
      <dsp:nvSpPr>
        <dsp:cNvPr id="0" name=""/>
        <dsp:cNvSpPr/>
      </dsp:nvSpPr>
      <dsp:spPr>
        <a:xfrm>
          <a:off x="10150301" y="4336256"/>
          <a:ext cx="737145" cy="3024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209"/>
              </a:lnTo>
              <a:lnTo>
                <a:pt x="737145" y="151209"/>
              </a:lnTo>
              <a:lnTo>
                <a:pt x="737145" y="302418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AD0047E-96A0-4B28-B2DC-FC1232E0705C}">
      <dsp:nvSpPr>
        <dsp:cNvPr id="0" name=""/>
        <dsp:cNvSpPr/>
      </dsp:nvSpPr>
      <dsp:spPr>
        <a:xfrm>
          <a:off x="10320411" y="4638675"/>
          <a:ext cx="1134070" cy="756046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Export data</a:t>
          </a:r>
        </a:p>
      </dsp:txBody>
      <dsp:txXfrm>
        <a:off x="10342555" y="4660819"/>
        <a:ext cx="1089782" cy="711758"/>
      </dsp:txXfrm>
    </dsp:sp>
    <dsp:sp modelId="{F0BB55FE-2D65-4EAA-8240-E4D8457EFD67}">
      <dsp:nvSpPr>
        <dsp:cNvPr id="0" name=""/>
        <dsp:cNvSpPr/>
      </dsp:nvSpPr>
      <dsp:spPr>
        <a:xfrm>
          <a:off x="10150301" y="3277790"/>
          <a:ext cx="1474291" cy="30241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1209"/>
              </a:lnTo>
              <a:lnTo>
                <a:pt x="1474291" y="151209"/>
              </a:lnTo>
              <a:lnTo>
                <a:pt x="1474291" y="302418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023888E-293C-4DDF-9EFE-B8B4A894ACC8}">
      <dsp:nvSpPr>
        <dsp:cNvPr id="0" name=""/>
        <dsp:cNvSpPr/>
      </dsp:nvSpPr>
      <dsp:spPr>
        <a:xfrm>
          <a:off x="11057557" y="3580209"/>
          <a:ext cx="1134070" cy="75604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3340" tIns="53340" rIns="53340" bIns="5334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Change student details</a:t>
          </a:r>
        </a:p>
      </dsp:txBody>
      <dsp:txXfrm>
        <a:off x="11079701" y="3602353"/>
        <a:ext cx="1089782" cy="71175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5DFED46D-E030-46B6-A427-868A617DDB2A}">
      <dsp:nvSpPr>
        <dsp:cNvPr id="0" name=""/>
        <dsp:cNvSpPr/>
      </dsp:nvSpPr>
      <dsp:spPr>
        <a:xfrm>
          <a:off x="10654489" y="1584977"/>
          <a:ext cx="123759" cy="38943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94311"/>
              </a:lnTo>
              <a:lnTo>
                <a:pt x="123759" y="3894311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E47D45E-43D2-4B36-8A28-B06B9AFAC09D}">
      <dsp:nvSpPr>
        <dsp:cNvPr id="0" name=""/>
        <dsp:cNvSpPr/>
      </dsp:nvSpPr>
      <dsp:spPr>
        <a:xfrm>
          <a:off x="10654489" y="1584977"/>
          <a:ext cx="123759" cy="3308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08514"/>
              </a:lnTo>
              <a:lnTo>
                <a:pt x="123759" y="3308514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5DC38CB-7A80-49CD-B625-6329513BECA9}">
      <dsp:nvSpPr>
        <dsp:cNvPr id="0" name=""/>
        <dsp:cNvSpPr/>
      </dsp:nvSpPr>
      <dsp:spPr>
        <a:xfrm>
          <a:off x="10654489" y="1584977"/>
          <a:ext cx="123759" cy="27227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22717"/>
              </a:lnTo>
              <a:lnTo>
                <a:pt x="123759" y="2722717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87345CD-744A-475D-8F76-94E75166AC94}">
      <dsp:nvSpPr>
        <dsp:cNvPr id="0" name=""/>
        <dsp:cNvSpPr/>
      </dsp:nvSpPr>
      <dsp:spPr>
        <a:xfrm>
          <a:off x="10654489" y="1584977"/>
          <a:ext cx="123759" cy="21369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36920"/>
              </a:lnTo>
              <a:lnTo>
                <a:pt x="123759" y="2136920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5032761-594E-47F5-9560-D1F464DED70B}">
      <dsp:nvSpPr>
        <dsp:cNvPr id="0" name=""/>
        <dsp:cNvSpPr/>
      </dsp:nvSpPr>
      <dsp:spPr>
        <a:xfrm>
          <a:off x="10654489" y="1584977"/>
          <a:ext cx="123759" cy="15511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51123"/>
              </a:lnTo>
              <a:lnTo>
                <a:pt x="123759" y="1551123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514610-2515-493E-AEAD-DFBC5697291B}">
      <dsp:nvSpPr>
        <dsp:cNvPr id="0" name=""/>
        <dsp:cNvSpPr/>
      </dsp:nvSpPr>
      <dsp:spPr>
        <a:xfrm>
          <a:off x="10654489" y="1584977"/>
          <a:ext cx="123759" cy="9653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5327"/>
              </a:lnTo>
              <a:lnTo>
                <a:pt x="123759" y="965327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00C382-A9B0-48E9-B2AD-D381024E4E13}">
      <dsp:nvSpPr>
        <dsp:cNvPr id="0" name=""/>
        <dsp:cNvSpPr/>
      </dsp:nvSpPr>
      <dsp:spPr>
        <a:xfrm>
          <a:off x="10654489" y="1584977"/>
          <a:ext cx="123759" cy="3795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9530"/>
              </a:lnTo>
              <a:lnTo>
                <a:pt x="123759" y="379530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E23BDB-D58F-4121-857C-8C43B8F207DA}">
      <dsp:nvSpPr>
        <dsp:cNvPr id="0" name=""/>
        <dsp:cNvSpPr/>
      </dsp:nvSpPr>
      <dsp:spPr>
        <a:xfrm>
          <a:off x="6991196" y="999180"/>
          <a:ext cx="3993319" cy="1732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631"/>
              </a:lnTo>
              <a:lnTo>
                <a:pt x="3993319" y="86631"/>
              </a:lnTo>
              <a:lnTo>
                <a:pt x="3993319" y="173263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A68709-9AB7-4FBA-A44B-D49A93670E00}">
      <dsp:nvSpPr>
        <dsp:cNvPr id="0" name=""/>
        <dsp:cNvSpPr/>
      </dsp:nvSpPr>
      <dsp:spPr>
        <a:xfrm>
          <a:off x="9656159" y="1584977"/>
          <a:ext cx="123759" cy="21369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36920"/>
              </a:lnTo>
              <a:lnTo>
                <a:pt x="123759" y="2136920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2027BC4-942F-448D-9FF9-50D32CC4F9F8}">
      <dsp:nvSpPr>
        <dsp:cNvPr id="0" name=""/>
        <dsp:cNvSpPr/>
      </dsp:nvSpPr>
      <dsp:spPr>
        <a:xfrm>
          <a:off x="9656159" y="1584977"/>
          <a:ext cx="123759" cy="15511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51123"/>
              </a:lnTo>
              <a:lnTo>
                <a:pt x="123759" y="1551123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EA1A24A-7D2D-4C8B-9059-27691D6FDC81}">
      <dsp:nvSpPr>
        <dsp:cNvPr id="0" name=""/>
        <dsp:cNvSpPr/>
      </dsp:nvSpPr>
      <dsp:spPr>
        <a:xfrm>
          <a:off x="9656159" y="1584977"/>
          <a:ext cx="123759" cy="9653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5327"/>
              </a:lnTo>
              <a:lnTo>
                <a:pt x="123759" y="965327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22A7EAD-6890-4C35-BAE7-661B33C3CF72}">
      <dsp:nvSpPr>
        <dsp:cNvPr id="0" name=""/>
        <dsp:cNvSpPr/>
      </dsp:nvSpPr>
      <dsp:spPr>
        <a:xfrm>
          <a:off x="9656159" y="1584977"/>
          <a:ext cx="123759" cy="3795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9530"/>
              </a:lnTo>
              <a:lnTo>
                <a:pt x="123759" y="379530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1380B9-A334-45AF-AF0C-215B69B19F9C}">
      <dsp:nvSpPr>
        <dsp:cNvPr id="0" name=""/>
        <dsp:cNvSpPr/>
      </dsp:nvSpPr>
      <dsp:spPr>
        <a:xfrm>
          <a:off x="6991196" y="999180"/>
          <a:ext cx="2994989" cy="1732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631"/>
              </a:lnTo>
              <a:lnTo>
                <a:pt x="2994989" y="86631"/>
              </a:lnTo>
              <a:lnTo>
                <a:pt x="2994989" y="173263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2C8A7B9-3D4A-4045-A7D6-2C1BC89F8F02}">
      <dsp:nvSpPr>
        <dsp:cNvPr id="0" name=""/>
        <dsp:cNvSpPr/>
      </dsp:nvSpPr>
      <dsp:spPr>
        <a:xfrm>
          <a:off x="8657829" y="1584977"/>
          <a:ext cx="123759" cy="3308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08514"/>
              </a:lnTo>
              <a:lnTo>
                <a:pt x="123759" y="3308514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0BDDB0-349E-437F-B65B-26B293BDF307}">
      <dsp:nvSpPr>
        <dsp:cNvPr id="0" name=""/>
        <dsp:cNvSpPr/>
      </dsp:nvSpPr>
      <dsp:spPr>
        <a:xfrm>
          <a:off x="8657829" y="1584977"/>
          <a:ext cx="123759" cy="27227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22717"/>
              </a:lnTo>
              <a:lnTo>
                <a:pt x="123759" y="2722717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F117BA-ACDE-4D44-8E32-85616F7A8934}">
      <dsp:nvSpPr>
        <dsp:cNvPr id="0" name=""/>
        <dsp:cNvSpPr/>
      </dsp:nvSpPr>
      <dsp:spPr>
        <a:xfrm>
          <a:off x="8657829" y="1584977"/>
          <a:ext cx="123759" cy="21369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36920"/>
              </a:lnTo>
              <a:lnTo>
                <a:pt x="123759" y="2136920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8D67BD1-9B61-47F0-B019-AD3381953808}">
      <dsp:nvSpPr>
        <dsp:cNvPr id="0" name=""/>
        <dsp:cNvSpPr/>
      </dsp:nvSpPr>
      <dsp:spPr>
        <a:xfrm>
          <a:off x="8657829" y="1584977"/>
          <a:ext cx="123759" cy="15511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51123"/>
              </a:lnTo>
              <a:lnTo>
                <a:pt x="123759" y="1551123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42DC5E2-8A38-46AC-BB69-043A18EF2817}">
      <dsp:nvSpPr>
        <dsp:cNvPr id="0" name=""/>
        <dsp:cNvSpPr/>
      </dsp:nvSpPr>
      <dsp:spPr>
        <a:xfrm>
          <a:off x="8657829" y="1584977"/>
          <a:ext cx="123759" cy="9653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5327"/>
              </a:lnTo>
              <a:lnTo>
                <a:pt x="123759" y="965327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2DBFC9D-39EB-431B-82CC-41B6FDC60DA0}">
      <dsp:nvSpPr>
        <dsp:cNvPr id="0" name=""/>
        <dsp:cNvSpPr/>
      </dsp:nvSpPr>
      <dsp:spPr>
        <a:xfrm>
          <a:off x="8657829" y="1584977"/>
          <a:ext cx="123759" cy="3795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9530"/>
              </a:lnTo>
              <a:lnTo>
                <a:pt x="123759" y="379530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1C6E309-08EB-4157-B314-79326E4FADC4}">
      <dsp:nvSpPr>
        <dsp:cNvPr id="0" name=""/>
        <dsp:cNvSpPr/>
      </dsp:nvSpPr>
      <dsp:spPr>
        <a:xfrm>
          <a:off x="6991196" y="999180"/>
          <a:ext cx="1996659" cy="1732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631"/>
              </a:lnTo>
              <a:lnTo>
                <a:pt x="1996659" y="86631"/>
              </a:lnTo>
              <a:lnTo>
                <a:pt x="1996659" y="173263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4F071A1-6FD2-4716-A02C-68CBFC3BF0EE}">
      <dsp:nvSpPr>
        <dsp:cNvPr id="0" name=""/>
        <dsp:cNvSpPr/>
      </dsp:nvSpPr>
      <dsp:spPr>
        <a:xfrm>
          <a:off x="7659499" y="1584977"/>
          <a:ext cx="123759" cy="9653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5327"/>
              </a:lnTo>
              <a:lnTo>
                <a:pt x="123759" y="965327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51C0EC0-F7DD-40CC-A094-DD74E7FD67CC}">
      <dsp:nvSpPr>
        <dsp:cNvPr id="0" name=""/>
        <dsp:cNvSpPr/>
      </dsp:nvSpPr>
      <dsp:spPr>
        <a:xfrm>
          <a:off x="7659499" y="1584977"/>
          <a:ext cx="123759" cy="3795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9530"/>
              </a:lnTo>
              <a:lnTo>
                <a:pt x="123759" y="379530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699C5F-4022-4D90-8C82-A31662B03423}">
      <dsp:nvSpPr>
        <dsp:cNvPr id="0" name=""/>
        <dsp:cNvSpPr/>
      </dsp:nvSpPr>
      <dsp:spPr>
        <a:xfrm>
          <a:off x="6991196" y="999180"/>
          <a:ext cx="998329" cy="1732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631"/>
              </a:lnTo>
              <a:lnTo>
                <a:pt x="998329" y="86631"/>
              </a:lnTo>
              <a:lnTo>
                <a:pt x="998329" y="173263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EA1DD1C-6722-4FE2-A1DE-82CAC197A4B6}">
      <dsp:nvSpPr>
        <dsp:cNvPr id="0" name=""/>
        <dsp:cNvSpPr/>
      </dsp:nvSpPr>
      <dsp:spPr>
        <a:xfrm>
          <a:off x="6661170" y="1584977"/>
          <a:ext cx="123759" cy="15511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51123"/>
              </a:lnTo>
              <a:lnTo>
                <a:pt x="123759" y="1551123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1BFCAFF-D5EB-4028-8B60-0DF203604D2C}">
      <dsp:nvSpPr>
        <dsp:cNvPr id="0" name=""/>
        <dsp:cNvSpPr/>
      </dsp:nvSpPr>
      <dsp:spPr>
        <a:xfrm>
          <a:off x="6661170" y="1584977"/>
          <a:ext cx="123759" cy="9653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5327"/>
              </a:lnTo>
              <a:lnTo>
                <a:pt x="123759" y="965327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3FBE2A-EE68-4454-AD41-7A5A99DEA1CA}">
      <dsp:nvSpPr>
        <dsp:cNvPr id="0" name=""/>
        <dsp:cNvSpPr/>
      </dsp:nvSpPr>
      <dsp:spPr>
        <a:xfrm>
          <a:off x="6661170" y="1584977"/>
          <a:ext cx="123759" cy="3795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9530"/>
              </a:lnTo>
              <a:lnTo>
                <a:pt x="123759" y="379530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EAC0E0-7431-49D7-8410-1FEDDE5CBDFA}">
      <dsp:nvSpPr>
        <dsp:cNvPr id="0" name=""/>
        <dsp:cNvSpPr/>
      </dsp:nvSpPr>
      <dsp:spPr>
        <a:xfrm>
          <a:off x="6945476" y="999180"/>
          <a:ext cx="91440" cy="17326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73263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8340CAC-4415-4381-89C0-954CB83CF925}">
      <dsp:nvSpPr>
        <dsp:cNvPr id="0" name=""/>
        <dsp:cNvSpPr/>
      </dsp:nvSpPr>
      <dsp:spPr>
        <a:xfrm>
          <a:off x="5662840" y="1584977"/>
          <a:ext cx="123759" cy="9653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5327"/>
              </a:lnTo>
              <a:lnTo>
                <a:pt x="123759" y="965327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328203C-6CAD-4FE6-AD5A-D0658C2F9F92}">
      <dsp:nvSpPr>
        <dsp:cNvPr id="0" name=""/>
        <dsp:cNvSpPr/>
      </dsp:nvSpPr>
      <dsp:spPr>
        <a:xfrm>
          <a:off x="5662840" y="1584977"/>
          <a:ext cx="123759" cy="3795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9530"/>
              </a:lnTo>
              <a:lnTo>
                <a:pt x="123759" y="379530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7964DD0-F1F2-4823-A4EB-DC5428F71B18}">
      <dsp:nvSpPr>
        <dsp:cNvPr id="0" name=""/>
        <dsp:cNvSpPr/>
      </dsp:nvSpPr>
      <dsp:spPr>
        <a:xfrm>
          <a:off x="5992866" y="999180"/>
          <a:ext cx="998329" cy="173263"/>
        </a:xfrm>
        <a:custGeom>
          <a:avLst/>
          <a:gdLst/>
          <a:ahLst/>
          <a:cxnLst/>
          <a:rect l="0" t="0" r="0" b="0"/>
          <a:pathLst>
            <a:path>
              <a:moveTo>
                <a:pt x="998329" y="0"/>
              </a:moveTo>
              <a:lnTo>
                <a:pt x="998329" y="86631"/>
              </a:lnTo>
              <a:lnTo>
                <a:pt x="0" y="86631"/>
              </a:lnTo>
              <a:lnTo>
                <a:pt x="0" y="173263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694F6F5-EAD2-4608-8353-2E1CC0DA8FD4}">
      <dsp:nvSpPr>
        <dsp:cNvPr id="0" name=""/>
        <dsp:cNvSpPr/>
      </dsp:nvSpPr>
      <dsp:spPr>
        <a:xfrm>
          <a:off x="4664510" y="1584977"/>
          <a:ext cx="123759" cy="9653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5327"/>
              </a:lnTo>
              <a:lnTo>
                <a:pt x="123759" y="965327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2060C0-0324-4F59-B7A0-F78883001D12}">
      <dsp:nvSpPr>
        <dsp:cNvPr id="0" name=""/>
        <dsp:cNvSpPr/>
      </dsp:nvSpPr>
      <dsp:spPr>
        <a:xfrm>
          <a:off x="4664510" y="1584977"/>
          <a:ext cx="123759" cy="3795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9530"/>
              </a:lnTo>
              <a:lnTo>
                <a:pt x="123759" y="379530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D2C0558-7B51-43BA-A9E0-2F08D1CECD5A}">
      <dsp:nvSpPr>
        <dsp:cNvPr id="0" name=""/>
        <dsp:cNvSpPr/>
      </dsp:nvSpPr>
      <dsp:spPr>
        <a:xfrm>
          <a:off x="4994536" y="999180"/>
          <a:ext cx="1996659" cy="173263"/>
        </a:xfrm>
        <a:custGeom>
          <a:avLst/>
          <a:gdLst/>
          <a:ahLst/>
          <a:cxnLst/>
          <a:rect l="0" t="0" r="0" b="0"/>
          <a:pathLst>
            <a:path>
              <a:moveTo>
                <a:pt x="1996659" y="0"/>
              </a:moveTo>
              <a:lnTo>
                <a:pt x="1996659" y="86631"/>
              </a:lnTo>
              <a:lnTo>
                <a:pt x="0" y="86631"/>
              </a:lnTo>
              <a:lnTo>
                <a:pt x="0" y="173263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509A9D5-F4CF-46AB-8917-1D926D8D68B1}">
      <dsp:nvSpPr>
        <dsp:cNvPr id="0" name=""/>
        <dsp:cNvSpPr/>
      </dsp:nvSpPr>
      <dsp:spPr>
        <a:xfrm>
          <a:off x="3666180" y="1584977"/>
          <a:ext cx="123759" cy="50659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65904"/>
              </a:lnTo>
              <a:lnTo>
                <a:pt x="123759" y="5065904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AA3D6B-22FE-493B-A7E2-5402B66747E6}">
      <dsp:nvSpPr>
        <dsp:cNvPr id="0" name=""/>
        <dsp:cNvSpPr/>
      </dsp:nvSpPr>
      <dsp:spPr>
        <a:xfrm>
          <a:off x="3666180" y="1584977"/>
          <a:ext cx="123759" cy="44801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80107"/>
              </a:lnTo>
              <a:lnTo>
                <a:pt x="123759" y="4480107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3AF2A2E-ABDD-4FA4-A84B-992414E3C0B2}">
      <dsp:nvSpPr>
        <dsp:cNvPr id="0" name=""/>
        <dsp:cNvSpPr/>
      </dsp:nvSpPr>
      <dsp:spPr>
        <a:xfrm>
          <a:off x="3666180" y="1584977"/>
          <a:ext cx="123759" cy="38943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94311"/>
              </a:lnTo>
              <a:lnTo>
                <a:pt x="123759" y="3894311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314F525-8C52-44C0-AE7E-D3F8171AFC49}">
      <dsp:nvSpPr>
        <dsp:cNvPr id="0" name=""/>
        <dsp:cNvSpPr/>
      </dsp:nvSpPr>
      <dsp:spPr>
        <a:xfrm>
          <a:off x="3666180" y="1584977"/>
          <a:ext cx="123759" cy="3308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08514"/>
              </a:lnTo>
              <a:lnTo>
                <a:pt x="123759" y="3308514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2F62F21-12FB-48CD-BC87-35685A965174}">
      <dsp:nvSpPr>
        <dsp:cNvPr id="0" name=""/>
        <dsp:cNvSpPr/>
      </dsp:nvSpPr>
      <dsp:spPr>
        <a:xfrm>
          <a:off x="3666180" y="1584977"/>
          <a:ext cx="123759" cy="27227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22717"/>
              </a:lnTo>
              <a:lnTo>
                <a:pt x="123759" y="2722717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C74203D-74AC-4132-9E30-98AE2EA0222F}">
      <dsp:nvSpPr>
        <dsp:cNvPr id="0" name=""/>
        <dsp:cNvSpPr/>
      </dsp:nvSpPr>
      <dsp:spPr>
        <a:xfrm>
          <a:off x="3666180" y="1584977"/>
          <a:ext cx="123759" cy="21369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36920"/>
              </a:lnTo>
              <a:lnTo>
                <a:pt x="123759" y="2136920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B26615-DC8D-4D02-9602-E4A5BBAF1115}">
      <dsp:nvSpPr>
        <dsp:cNvPr id="0" name=""/>
        <dsp:cNvSpPr/>
      </dsp:nvSpPr>
      <dsp:spPr>
        <a:xfrm>
          <a:off x="3666180" y="1584977"/>
          <a:ext cx="123759" cy="15511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51123"/>
              </a:lnTo>
              <a:lnTo>
                <a:pt x="123759" y="1551123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23E2474-C9DE-4DE3-B452-4B6432A6D9BE}">
      <dsp:nvSpPr>
        <dsp:cNvPr id="0" name=""/>
        <dsp:cNvSpPr/>
      </dsp:nvSpPr>
      <dsp:spPr>
        <a:xfrm>
          <a:off x="3666180" y="1584977"/>
          <a:ext cx="123759" cy="9653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5327"/>
              </a:lnTo>
              <a:lnTo>
                <a:pt x="123759" y="965327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68ADB2C-D5B7-4E49-B58A-38BC0B766AF8}">
      <dsp:nvSpPr>
        <dsp:cNvPr id="0" name=""/>
        <dsp:cNvSpPr/>
      </dsp:nvSpPr>
      <dsp:spPr>
        <a:xfrm>
          <a:off x="3666180" y="1584977"/>
          <a:ext cx="123759" cy="3795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9530"/>
              </a:lnTo>
              <a:lnTo>
                <a:pt x="123759" y="379530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BEE6E80-1634-478B-8E73-F4061F70E596}">
      <dsp:nvSpPr>
        <dsp:cNvPr id="0" name=""/>
        <dsp:cNvSpPr/>
      </dsp:nvSpPr>
      <dsp:spPr>
        <a:xfrm>
          <a:off x="3996207" y="999180"/>
          <a:ext cx="2994989" cy="173263"/>
        </a:xfrm>
        <a:custGeom>
          <a:avLst/>
          <a:gdLst/>
          <a:ahLst/>
          <a:cxnLst/>
          <a:rect l="0" t="0" r="0" b="0"/>
          <a:pathLst>
            <a:path>
              <a:moveTo>
                <a:pt x="2994989" y="0"/>
              </a:moveTo>
              <a:lnTo>
                <a:pt x="2994989" y="86631"/>
              </a:lnTo>
              <a:lnTo>
                <a:pt x="0" y="86631"/>
              </a:lnTo>
              <a:lnTo>
                <a:pt x="0" y="173263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4108FAE-9773-4BAF-BA1E-2224369A8EB9}">
      <dsp:nvSpPr>
        <dsp:cNvPr id="0" name=""/>
        <dsp:cNvSpPr/>
      </dsp:nvSpPr>
      <dsp:spPr>
        <a:xfrm>
          <a:off x="2667851" y="1584977"/>
          <a:ext cx="123759" cy="506590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5065904"/>
              </a:lnTo>
              <a:lnTo>
                <a:pt x="123759" y="5065904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9FD8245-0315-4BC0-A4EC-E488AAD86C98}">
      <dsp:nvSpPr>
        <dsp:cNvPr id="0" name=""/>
        <dsp:cNvSpPr/>
      </dsp:nvSpPr>
      <dsp:spPr>
        <a:xfrm>
          <a:off x="2667851" y="1584977"/>
          <a:ext cx="123759" cy="44801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480107"/>
              </a:lnTo>
              <a:lnTo>
                <a:pt x="123759" y="4480107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8947E06-ED8B-42A7-AB5C-9E6F73A3B1F9}">
      <dsp:nvSpPr>
        <dsp:cNvPr id="0" name=""/>
        <dsp:cNvSpPr/>
      </dsp:nvSpPr>
      <dsp:spPr>
        <a:xfrm>
          <a:off x="2667851" y="1584977"/>
          <a:ext cx="123759" cy="38943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894311"/>
              </a:lnTo>
              <a:lnTo>
                <a:pt x="123759" y="3894311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41DEF5E-5A9F-4FF7-8F8B-3AECA9AA8E07}">
      <dsp:nvSpPr>
        <dsp:cNvPr id="0" name=""/>
        <dsp:cNvSpPr/>
      </dsp:nvSpPr>
      <dsp:spPr>
        <a:xfrm>
          <a:off x="2667851" y="1584977"/>
          <a:ext cx="123759" cy="330851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08514"/>
              </a:lnTo>
              <a:lnTo>
                <a:pt x="123759" y="3308514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5CB3B77-3533-4B53-B5B0-79B0D7904CD9}">
      <dsp:nvSpPr>
        <dsp:cNvPr id="0" name=""/>
        <dsp:cNvSpPr/>
      </dsp:nvSpPr>
      <dsp:spPr>
        <a:xfrm>
          <a:off x="2667851" y="1584977"/>
          <a:ext cx="123759" cy="272271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722717"/>
              </a:lnTo>
              <a:lnTo>
                <a:pt x="123759" y="2722717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96BE6CA-3BE7-4107-9C92-F0D74DC25809}">
      <dsp:nvSpPr>
        <dsp:cNvPr id="0" name=""/>
        <dsp:cNvSpPr/>
      </dsp:nvSpPr>
      <dsp:spPr>
        <a:xfrm>
          <a:off x="2667851" y="1584977"/>
          <a:ext cx="123759" cy="213692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136920"/>
              </a:lnTo>
              <a:lnTo>
                <a:pt x="123759" y="2136920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BF9F625-3E3B-4BA6-913B-789E2E2B1D97}">
      <dsp:nvSpPr>
        <dsp:cNvPr id="0" name=""/>
        <dsp:cNvSpPr/>
      </dsp:nvSpPr>
      <dsp:spPr>
        <a:xfrm>
          <a:off x="2667851" y="1584977"/>
          <a:ext cx="123759" cy="155112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551123"/>
              </a:lnTo>
              <a:lnTo>
                <a:pt x="123759" y="1551123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793D4A-41B8-4664-A82F-04ED8917AA4A}">
      <dsp:nvSpPr>
        <dsp:cNvPr id="0" name=""/>
        <dsp:cNvSpPr/>
      </dsp:nvSpPr>
      <dsp:spPr>
        <a:xfrm>
          <a:off x="2667851" y="1584977"/>
          <a:ext cx="123759" cy="96532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965327"/>
              </a:lnTo>
              <a:lnTo>
                <a:pt x="123759" y="965327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591FEC-74CD-43C0-8347-1DDD7A1C5147}">
      <dsp:nvSpPr>
        <dsp:cNvPr id="0" name=""/>
        <dsp:cNvSpPr/>
      </dsp:nvSpPr>
      <dsp:spPr>
        <a:xfrm>
          <a:off x="2667851" y="1584977"/>
          <a:ext cx="123759" cy="3795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9530"/>
              </a:lnTo>
              <a:lnTo>
                <a:pt x="123759" y="379530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BC4B5D-7108-4B69-883A-A286FD562639}">
      <dsp:nvSpPr>
        <dsp:cNvPr id="0" name=""/>
        <dsp:cNvSpPr/>
      </dsp:nvSpPr>
      <dsp:spPr>
        <a:xfrm>
          <a:off x="2997877" y="999180"/>
          <a:ext cx="3993319" cy="173263"/>
        </a:xfrm>
        <a:custGeom>
          <a:avLst/>
          <a:gdLst/>
          <a:ahLst/>
          <a:cxnLst/>
          <a:rect l="0" t="0" r="0" b="0"/>
          <a:pathLst>
            <a:path>
              <a:moveTo>
                <a:pt x="3993319" y="0"/>
              </a:moveTo>
              <a:lnTo>
                <a:pt x="3993319" y="86631"/>
              </a:lnTo>
              <a:lnTo>
                <a:pt x="0" y="86631"/>
              </a:lnTo>
              <a:lnTo>
                <a:pt x="0" y="173263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A824F88-44C3-4FC8-B00F-A64A7CE189CF}">
      <dsp:nvSpPr>
        <dsp:cNvPr id="0" name=""/>
        <dsp:cNvSpPr/>
      </dsp:nvSpPr>
      <dsp:spPr>
        <a:xfrm>
          <a:off x="4245789" y="413384"/>
          <a:ext cx="2745406" cy="1732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631"/>
              </a:lnTo>
              <a:lnTo>
                <a:pt x="2745406" y="86631"/>
              </a:lnTo>
              <a:lnTo>
                <a:pt x="2745406" y="173263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954B785-9CA1-49C6-8DC0-39163C2729C2}">
      <dsp:nvSpPr>
        <dsp:cNvPr id="0" name=""/>
        <dsp:cNvSpPr/>
      </dsp:nvSpPr>
      <dsp:spPr>
        <a:xfrm>
          <a:off x="1669521" y="1584977"/>
          <a:ext cx="123759" cy="3795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9530"/>
              </a:lnTo>
              <a:lnTo>
                <a:pt x="123759" y="379530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93C855B-BC81-4B7C-8A4F-3168BD290744}">
      <dsp:nvSpPr>
        <dsp:cNvPr id="0" name=""/>
        <dsp:cNvSpPr/>
      </dsp:nvSpPr>
      <dsp:spPr>
        <a:xfrm>
          <a:off x="1500382" y="999180"/>
          <a:ext cx="499164" cy="17326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6631"/>
              </a:lnTo>
              <a:lnTo>
                <a:pt x="499164" y="86631"/>
              </a:lnTo>
              <a:lnTo>
                <a:pt x="499164" y="173263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E3CC9F2-0719-4C15-BA51-06F8306E16EA}">
      <dsp:nvSpPr>
        <dsp:cNvPr id="0" name=""/>
        <dsp:cNvSpPr/>
      </dsp:nvSpPr>
      <dsp:spPr>
        <a:xfrm>
          <a:off x="671191" y="1584977"/>
          <a:ext cx="123759" cy="37953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9530"/>
              </a:lnTo>
              <a:lnTo>
                <a:pt x="123759" y="379530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8D1535-CB74-4F4C-8AAB-D74FEFAE55F3}">
      <dsp:nvSpPr>
        <dsp:cNvPr id="0" name=""/>
        <dsp:cNvSpPr/>
      </dsp:nvSpPr>
      <dsp:spPr>
        <a:xfrm>
          <a:off x="1001217" y="999180"/>
          <a:ext cx="499164" cy="173263"/>
        </a:xfrm>
        <a:custGeom>
          <a:avLst/>
          <a:gdLst/>
          <a:ahLst/>
          <a:cxnLst/>
          <a:rect l="0" t="0" r="0" b="0"/>
          <a:pathLst>
            <a:path>
              <a:moveTo>
                <a:pt x="499164" y="0"/>
              </a:moveTo>
              <a:lnTo>
                <a:pt x="499164" y="86631"/>
              </a:lnTo>
              <a:lnTo>
                <a:pt x="0" y="86631"/>
              </a:lnTo>
              <a:lnTo>
                <a:pt x="0" y="173263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CD948FE-9318-464F-AC54-E6121CD3B58B}">
      <dsp:nvSpPr>
        <dsp:cNvPr id="0" name=""/>
        <dsp:cNvSpPr/>
      </dsp:nvSpPr>
      <dsp:spPr>
        <a:xfrm>
          <a:off x="1500382" y="413384"/>
          <a:ext cx="2745406" cy="173263"/>
        </a:xfrm>
        <a:custGeom>
          <a:avLst/>
          <a:gdLst/>
          <a:ahLst/>
          <a:cxnLst/>
          <a:rect l="0" t="0" r="0" b="0"/>
          <a:pathLst>
            <a:path>
              <a:moveTo>
                <a:pt x="2745406" y="0"/>
              </a:moveTo>
              <a:lnTo>
                <a:pt x="2745406" y="86631"/>
              </a:lnTo>
              <a:lnTo>
                <a:pt x="0" y="86631"/>
              </a:lnTo>
              <a:lnTo>
                <a:pt x="0" y="173263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64290A4-D270-41B4-A810-0AAF81E55BE7}">
      <dsp:nvSpPr>
        <dsp:cNvPr id="0" name=""/>
        <dsp:cNvSpPr/>
      </dsp:nvSpPr>
      <dsp:spPr>
        <a:xfrm>
          <a:off x="3833256" y="851"/>
          <a:ext cx="825065" cy="412532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Database</a:t>
          </a:r>
        </a:p>
      </dsp:txBody>
      <dsp:txXfrm>
        <a:off x="3833256" y="851"/>
        <a:ext cx="825065" cy="412532"/>
      </dsp:txXfrm>
    </dsp:sp>
    <dsp:sp modelId="{319BC77A-7310-4A6A-B34F-5C21C651AC2B}">
      <dsp:nvSpPr>
        <dsp:cNvPr id="0" name=""/>
        <dsp:cNvSpPr/>
      </dsp:nvSpPr>
      <dsp:spPr>
        <a:xfrm>
          <a:off x="1087849" y="586647"/>
          <a:ext cx="825065" cy="41253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Interactions</a:t>
          </a:r>
        </a:p>
      </dsp:txBody>
      <dsp:txXfrm>
        <a:off x="1087849" y="586647"/>
        <a:ext cx="825065" cy="412532"/>
      </dsp:txXfrm>
    </dsp:sp>
    <dsp:sp modelId="{1C3587E6-0A5F-4C0F-852E-A1CECF015EFB}">
      <dsp:nvSpPr>
        <dsp:cNvPr id="0" name=""/>
        <dsp:cNvSpPr/>
      </dsp:nvSpPr>
      <dsp:spPr>
        <a:xfrm>
          <a:off x="588684" y="1172444"/>
          <a:ext cx="825065" cy="412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Request data</a:t>
          </a:r>
        </a:p>
      </dsp:txBody>
      <dsp:txXfrm>
        <a:off x="588684" y="1172444"/>
        <a:ext cx="825065" cy="412532"/>
      </dsp:txXfrm>
    </dsp:sp>
    <dsp:sp modelId="{3C53FF64-2D04-4362-A27C-7689BF72FFC7}">
      <dsp:nvSpPr>
        <dsp:cNvPr id="0" name=""/>
        <dsp:cNvSpPr/>
      </dsp:nvSpPr>
      <dsp:spPr>
        <a:xfrm>
          <a:off x="794951" y="1758241"/>
          <a:ext cx="825065" cy="412532"/>
        </a:xfrm>
        <a:prstGeom prst="rect">
          <a:avLst/>
        </a:prstGeom>
        <a:solidFill>
          <a:schemeClr val="bg1">
            <a:lumMod val="6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Returns list</a:t>
          </a:r>
        </a:p>
      </dsp:txBody>
      <dsp:txXfrm>
        <a:off x="794951" y="1758241"/>
        <a:ext cx="825065" cy="412532"/>
      </dsp:txXfrm>
    </dsp:sp>
    <dsp:sp modelId="{1E2975ED-DED6-4FC8-A304-7CA90C034337}">
      <dsp:nvSpPr>
        <dsp:cNvPr id="0" name=""/>
        <dsp:cNvSpPr/>
      </dsp:nvSpPr>
      <dsp:spPr>
        <a:xfrm>
          <a:off x="1587014" y="1172444"/>
          <a:ext cx="825065" cy="412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Execute command</a:t>
          </a:r>
        </a:p>
      </dsp:txBody>
      <dsp:txXfrm>
        <a:off x="1587014" y="1172444"/>
        <a:ext cx="825065" cy="412532"/>
      </dsp:txXfrm>
    </dsp:sp>
    <dsp:sp modelId="{1B67520F-B14A-4A04-84B2-921A47485257}">
      <dsp:nvSpPr>
        <dsp:cNvPr id="0" name=""/>
        <dsp:cNvSpPr/>
      </dsp:nvSpPr>
      <dsp:spPr>
        <a:xfrm>
          <a:off x="1793281" y="1758241"/>
          <a:ext cx="825065" cy="412532"/>
        </a:xfrm>
        <a:prstGeom prst="rect">
          <a:avLst/>
        </a:prstGeom>
        <a:solidFill>
          <a:schemeClr val="bg1">
            <a:lumMod val="6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Returns Boolean value of success</a:t>
          </a:r>
        </a:p>
      </dsp:txBody>
      <dsp:txXfrm>
        <a:off x="1793281" y="1758241"/>
        <a:ext cx="825065" cy="412532"/>
      </dsp:txXfrm>
    </dsp:sp>
    <dsp:sp modelId="{687D2B4B-2A7F-4610-B870-1B2B7AF1DEFE}">
      <dsp:nvSpPr>
        <dsp:cNvPr id="0" name=""/>
        <dsp:cNvSpPr/>
      </dsp:nvSpPr>
      <dsp:spPr>
        <a:xfrm>
          <a:off x="6578663" y="586647"/>
          <a:ext cx="825065" cy="412532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Tables</a:t>
          </a:r>
        </a:p>
      </dsp:txBody>
      <dsp:txXfrm>
        <a:off x="6578663" y="586647"/>
        <a:ext cx="825065" cy="412532"/>
      </dsp:txXfrm>
    </dsp:sp>
    <dsp:sp modelId="{3BD762BA-1654-4AE1-B169-9BA626320D4F}">
      <dsp:nvSpPr>
        <dsp:cNvPr id="0" name=""/>
        <dsp:cNvSpPr/>
      </dsp:nvSpPr>
      <dsp:spPr>
        <a:xfrm>
          <a:off x="2585344" y="1172444"/>
          <a:ext cx="825065" cy="412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Accounts</a:t>
          </a:r>
        </a:p>
      </dsp:txBody>
      <dsp:txXfrm>
        <a:off x="2585344" y="1172444"/>
        <a:ext cx="825065" cy="412532"/>
      </dsp:txXfrm>
    </dsp:sp>
    <dsp:sp modelId="{F0090C1D-2E21-4EA6-8C12-D435C9AD05E3}">
      <dsp:nvSpPr>
        <dsp:cNvPr id="0" name=""/>
        <dsp:cNvSpPr/>
      </dsp:nvSpPr>
      <dsp:spPr>
        <a:xfrm>
          <a:off x="2791610" y="1758241"/>
          <a:ext cx="825065" cy="412532"/>
        </a:xfrm>
        <a:prstGeom prst="rect">
          <a:avLst/>
        </a:prstGeom>
        <a:solidFill>
          <a:schemeClr val="accent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 err="1"/>
            <a:t>UserID</a:t>
          </a:r>
          <a:endParaRPr lang="en-GB" sz="900" kern="1200" dirty="0"/>
        </a:p>
      </dsp:txBody>
      <dsp:txXfrm>
        <a:off x="2791610" y="1758241"/>
        <a:ext cx="825065" cy="412532"/>
      </dsp:txXfrm>
    </dsp:sp>
    <dsp:sp modelId="{AF79FCDF-CED5-4476-8C8A-46FE446008DA}">
      <dsp:nvSpPr>
        <dsp:cNvPr id="0" name=""/>
        <dsp:cNvSpPr/>
      </dsp:nvSpPr>
      <dsp:spPr>
        <a:xfrm>
          <a:off x="2791610" y="2344038"/>
          <a:ext cx="825065" cy="41253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FirstName</a:t>
          </a:r>
        </a:p>
      </dsp:txBody>
      <dsp:txXfrm>
        <a:off x="2791610" y="2344038"/>
        <a:ext cx="825065" cy="412532"/>
      </dsp:txXfrm>
    </dsp:sp>
    <dsp:sp modelId="{629B4A1E-0376-4B01-9CF1-C55F90F3E132}">
      <dsp:nvSpPr>
        <dsp:cNvPr id="0" name=""/>
        <dsp:cNvSpPr/>
      </dsp:nvSpPr>
      <dsp:spPr>
        <a:xfrm>
          <a:off x="2791610" y="2929835"/>
          <a:ext cx="825065" cy="41253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LastName</a:t>
          </a:r>
        </a:p>
      </dsp:txBody>
      <dsp:txXfrm>
        <a:off x="2791610" y="2929835"/>
        <a:ext cx="825065" cy="412532"/>
      </dsp:txXfrm>
    </dsp:sp>
    <dsp:sp modelId="{B131B864-6065-4DC6-9794-EF8D37851B48}">
      <dsp:nvSpPr>
        <dsp:cNvPr id="0" name=""/>
        <dsp:cNvSpPr/>
      </dsp:nvSpPr>
      <dsp:spPr>
        <a:xfrm>
          <a:off x="2791610" y="3515631"/>
          <a:ext cx="825065" cy="41253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 err="1"/>
            <a:t>SchoolEmail</a:t>
          </a:r>
          <a:endParaRPr lang="en-GB" sz="900" kern="1200" dirty="0"/>
        </a:p>
      </dsp:txBody>
      <dsp:txXfrm>
        <a:off x="2791610" y="3515631"/>
        <a:ext cx="825065" cy="412532"/>
      </dsp:txXfrm>
    </dsp:sp>
    <dsp:sp modelId="{64FCDED2-CEF4-4A98-986C-F8A1D7024C6C}">
      <dsp:nvSpPr>
        <dsp:cNvPr id="0" name=""/>
        <dsp:cNvSpPr/>
      </dsp:nvSpPr>
      <dsp:spPr>
        <a:xfrm>
          <a:off x="2791610" y="4101428"/>
          <a:ext cx="825065" cy="41253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 err="1"/>
            <a:t>HomeEmail</a:t>
          </a:r>
          <a:endParaRPr lang="en-GB" sz="900" kern="1200" dirty="0"/>
        </a:p>
      </dsp:txBody>
      <dsp:txXfrm>
        <a:off x="2791610" y="4101428"/>
        <a:ext cx="825065" cy="412532"/>
      </dsp:txXfrm>
    </dsp:sp>
    <dsp:sp modelId="{B1CECBE4-D057-4B7B-BB5A-50A9AD55BDD8}">
      <dsp:nvSpPr>
        <dsp:cNvPr id="0" name=""/>
        <dsp:cNvSpPr/>
      </dsp:nvSpPr>
      <dsp:spPr>
        <a:xfrm>
          <a:off x="2791610" y="4687225"/>
          <a:ext cx="825065" cy="41253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Gender</a:t>
          </a:r>
        </a:p>
      </dsp:txBody>
      <dsp:txXfrm>
        <a:off x="2791610" y="4687225"/>
        <a:ext cx="825065" cy="412532"/>
      </dsp:txXfrm>
    </dsp:sp>
    <dsp:sp modelId="{2285D8E8-7B49-4CA1-8B08-AF0B180998CF}">
      <dsp:nvSpPr>
        <dsp:cNvPr id="0" name=""/>
        <dsp:cNvSpPr/>
      </dsp:nvSpPr>
      <dsp:spPr>
        <a:xfrm>
          <a:off x="2791610" y="5273022"/>
          <a:ext cx="825065" cy="412532"/>
        </a:xfrm>
        <a:prstGeom prst="rect">
          <a:avLst/>
        </a:prstGeom>
        <a:solidFill>
          <a:schemeClr val="accent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 err="1"/>
            <a:t>RoleID</a:t>
          </a:r>
          <a:endParaRPr lang="en-GB" sz="900" kern="1200" dirty="0"/>
        </a:p>
      </dsp:txBody>
      <dsp:txXfrm>
        <a:off x="2791610" y="5273022"/>
        <a:ext cx="825065" cy="412532"/>
      </dsp:txXfrm>
    </dsp:sp>
    <dsp:sp modelId="{E5541974-5231-4771-8115-E7C6C3114E23}">
      <dsp:nvSpPr>
        <dsp:cNvPr id="0" name=""/>
        <dsp:cNvSpPr/>
      </dsp:nvSpPr>
      <dsp:spPr>
        <a:xfrm>
          <a:off x="2791610" y="5858819"/>
          <a:ext cx="825065" cy="41253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Password</a:t>
          </a:r>
        </a:p>
      </dsp:txBody>
      <dsp:txXfrm>
        <a:off x="2791610" y="5858819"/>
        <a:ext cx="825065" cy="412532"/>
      </dsp:txXfrm>
    </dsp:sp>
    <dsp:sp modelId="{B6B940DC-76C7-4CD4-ABE4-8F2372F4C6D4}">
      <dsp:nvSpPr>
        <dsp:cNvPr id="0" name=""/>
        <dsp:cNvSpPr/>
      </dsp:nvSpPr>
      <dsp:spPr>
        <a:xfrm>
          <a:off x="2791610" y="6444615"/>
          <a:ext cx="825065" cy="41253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Image</a:t>
          </a:r>
        </a:p>
      </dsp:txBody>
      <dsp:txXfrm>
        <a:off x="2791610" y="6444615"/>
        <a:ext cx="825065" cy="412532"/>
      </dsp:txXfrm>
    </dsp:sp>
    <dsp:sp modelId="{379ACE82-AD9B-4B83-A1B6-ED847D5FF660}">
      <dsp:nvSpPr>
        <dsp:cNvPr id="0" name=""/>
        <dsp:cNvSpPr/>
      </dsp:nvSpPr>
      <dsp:spPr>
        <a:xfrm>
          <a:off x="3583674" y="1172444"/>
          <a:ext cx="825065" cy="412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Alterations</a:t>
          </a:r>
        </a:p>
      </dsp:txBody>
      <dsp:txXfrm>
        <a:off x="3583674" y="1172444"/>
        <a:ext cx="825065" cy="412532"/>
      </dsp:txXfrm>
    </dsp:sp>
    <dsp:sp modelId="{11C0A949-1A33-4BCE-BAEE-0CB9B650C154}">
      <dsp:nvSpPr>
        <dsp:cNvPr id="0" name=""/>
        <dsp:cNvSpPr/>
      </dsp:nvSpPr>
      <dsp:spPr>
        <a:xfrm>
          <a:off x="3789940" y="1758241"/>
          <a:ext cx="825065" cy="412532"/>
        </a:xfrm>
        <a:prstGeom prst="rect">
          <a:avLst/>
        </a:prstGeom>
        <a:solidFill>
          <a:schemeClr val="accent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 err="1"/>
            <a:t>AlterationID</a:t>
          </a:r>
          <a:endParaRPr lang="en-GB" sz="900" kern="1200" dirty="0"/>
        </a:p>
      </dsp:txBody>
      <dsp:txXfrm>
        <a:off x="3789940" y="1758241"/>
        <a:ext cx="825065" cy="412532"/>
      </dsp:txXfrm>
    </dsp:sp>
    <dsp:sp modelId="{E89B09C9-3638-413A-BD2A-ED7F9B980F7C}">
      <dsp:nvSpPr>
        <dsp:cNvPr id="0" name=""/>
        <dsp:cNvSpPr/>
      </dsp:nvSpPr>
      <dsp:spPr>
        <a:xfrm>
          <a:off x="3789940" y="2344038"/>
          <a:ext cx="825065" cy="412532"/>
        </a:xfrm>
        <a:prstGeom prst="rect">
          <a:avLst/>
        </a:prstGeom>
        <a:solidFill>
          <a:schemeClr val="accent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 err="1"/>
            <a:t>UserID</a:t>
          </a:r>
          <a:endParaRPr lang="en-GB" sz="900" kern="1200" dirty="0"/>
        </a:p>
      </dsp:txBody>
      <dsp:txXfrm>
        <a:off x="3789940" y="2344038"/>
        <a:ext cx="825065" cy="412532"/>
      </dsp:txXfrm>
    </dsp:sp>
    <dsp:sp modelId="{A9F0A381-1406-43A5-B26A-24EA6284F534}">
      <dsp:nvSpPr>
        <dsp:cNvPr id="0" name=""/>
        <dsp:cNvSpPr/>
      </dsp:nvSpPr>
      <dsp:spPr>
        <a:xfrm>
          <a:off x="3789940" y="2929835"/>
          <a:ext cx="825065" cy="412532"/>
        </a:xfrm>
        <a:prstGeom prst="rect">
          <a:avLst/>
        </a:prstGeom>
        <a:solidFill>
          <a:schemeClr val="accent3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 err="1"/>
            <a:t>LocationID</a:t>
          </a:r>
          <a:endParaRPr lang="en-GB" sz="900" kern="1200" dirty="0"/>
        </a:p>
      </dsp:txBody>
      <dsp:txXfrm>
        <a:off x="3789940" y="2929835"/>
        <a:ext cx="825065" cy="412532"/>
      </dsp:txXfrm>
    </dsp:sp>
    <dsp:sp modelId="{E6F79DC1-F8D4-424A-94B3-A0A90D1CABA2}">
      <dsp:nvSpPr>
        <dsp:cNvPr id="0" name=""/>
        <dsp:cNvSpPr/>
      </dsp:nvSpPr>
      <dsp:spPr>
        <a:xfrm>
          <a:off x="3789940" y="3515631"/>
          <a:ext cx="825065" cy="41253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Start</a:t>
          </a:r>
        </a:p>
      </dsp:txBody>
      <dsp:txXfrm>
        <a:off x="3789940" y="3515631"/>
        <a:ext cx="825065" cy="412532"/>
      </dsp:txXfrm>
    </dsp:sp>
    <dsp:sp modelId="{1D90A722-FFB1-4439-B454-C5B4D66410ED}">
      <dsp:nvSpPr>
        <dsp:cNvPr id="0" name=""/>
        <dsp:cNvSpPr/>
      </dsp:nvSpPr>
      <dsp:spPr>
        <a:xfrm>
          <a:off x="3789940" y="4101428"/>
          <a:ext cx="825065" cy="41253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End</a:t>
          </a:r>
        </a:p>
      </dsp:txBody>
      <dsp:txXfrm>
        <a:off x="3789940" y="4101428"/>
        <a:ext cx="825065" cy="412532"/>
      </dsp:txXfrm>
    </dsp:sp>
    <dsp:sp modelId="{A4840236-2E14-4267-81DE-FA2E6B0F8B9B}">
      <dsp:nvSpPr>
        <dsp:cNvPr id="0" name=""/>
        <dsp:cNvSpPr/>
      </dsp:nvSpPr>
      <dsp:spPr>
        <a:xfrm>
          <a:off x="3789940" y="4687225"/>
          <a:ext cx="825065" cy="41253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Day</a:t>
          </a:r>
        </a:p>
      </dsp:txBody>
      <dsp:txXfrm>
        <a:off x="3789940" y="4687225"/>
        <a:ext cx="825065" cy="412532"/>
      </dsp:txXfrm>
    </dsp:sp>
    <dsp:sp modelId="{38C0921C-2462-44F8-A4EE-557F0C7ABB15}">
      <dsp:nvSpPr>
        <dsp:cNvPr id="0" name=""/>
        <dsp:cNvSpPr/>
      </dsp:nvSpPr>
      <dsp:spPr>
        <a:xfrm>
          <a:off x="3789940" y="5273022"/>
          <a:ext cx="825065" cy="41253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Week</a:t>
          </a:r>
        </a:p>
      </dsp:txBody>
      <dsp:txXfrm>
        <a:off x="3789940" y="5273022"/>
        <a:ext cx="825065" cy="412532"/>
      </dsp:txXfrm>
    </dsp:sp>
    <dsp:sp modelId="{D59F3667-76FF-4800-86DB-E5DD8237B6F7}">
      <dsp:nvSpPr>
        <dsp:cNvPr id="0" name=""/>
        <dsp:cNvSpPr/>
      </dsp:nvSpPr>
      <dsp:spPr>
        <a:xfrm>
          <a:off x="3789940" y="5858819"/>
          <a:ext cx="825065" cy="41253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Title</a:t>
          </a:r>
        </a:p>
      </dsp:txBody>
      <dsp:txXfrm>
        <a:off x="3789940" y="5858819"/>
        <a:ext cx="825065" cy="412532"/>
      </dsp:txXfrm>
    </dsp:sp>
    <dsp:sp modelId="{05182815-DD21-4CDE-8D7D-7D2A0CAA14D0}">
      <dsp:nvSpPr>
        <dsp:cNvPr id="0" name=""/>
        <dsp:cNvSpPr/>
      </dsp:nvSpPr>
      <dsp:spPr>
        <a:xfrm>
          <a:off x="3789940" y="6444615"/>
          <a:ext cx="825065" cy="412532"/>
        </a:xfrm>
        <a:prstGeom prst="rect">
          <a:avLst/>
        </a:prstGeom>
        <a:solidFill>
          <a:schemeClr val="accent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 err="1"/>
            <a:t>EventID</a:t>
          </a:r>
          <a:endParaRPr lang="en-GB" sz="900" kern="1200" dirty="0"/>
        </a:p>
      </dsp:txBody>
      <dsp:txXfrm>
        <a:off x="3789940" y="6444615"/>
        <a:ext cx="825065" cy="412532"/>
      </dsp:txXfrm>
    </dsp:sp>
    <dsp:sp modelId="{1C5B4169-E55B-4E38-8DD0-666A1F5292C6}">
      <dsp:nvSpPr>
        <dsp:cNvPr id="0" name=""/>
        <dsp:cNvSpPr/>
      </dsp:nvSpPr>
      <dsp:spPr>
        <a:xfrm>
          <a:off x="4582004" y="1172444"/>
          <a:ext cx="825065" cy="412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Events</a:t>
          </a:r>
        </a:p>
      </dsp:txBody>
      <dsp:txXfrm>
        <a:off x="4582004" y="1172444"/>
        <a:ext cx="825065" cy="412532"/>
      </dsp:txXfrm>
    </dsp:sp>
    <dsp:sp modelId="{F3314EC3-326F-4443-9EFF-0970DE310CC1}">
      <dsp:nvSpPr>
        <dsp:cNvPr id="0" name=""/>
        <dsp:cNvSpPr/>
      </dsp:nvSpPr>
      <dsp:spPr>
        <a:xfrm>
          <a:off x="4788270" y="1758241"/>
          <a:ext cx="825065" cy="412532"/>
        </a:xfrm>
        <a:prstGeom prst="rect">
          <a:avLst/>
        </a:prstGeom>
        <a:solidFill>
          <a:schemeClr val="accent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 err="1"/>
            <a:t>EventID</a:t>
          </a:r>
          <a:endParaRPr lang="en-GB" sz="900" kern="1200" dirty="0"/>
        </a:p>
      </dsp:txBody>
      <dsp:txXfrm>
        <a:off x="4788270" y="1758241"/>
        <a:ext cx="825065" cy="412532"/>
      </dsp:txXfrm>
    </dsp:sp>
    <dsp:sp modelId="{D6E80768-4950-4840-849A-F73F02DF7804}">
      <dsp:nvSpPr>
        <dsp:cNvPr id="0" name=""/>
        <dsp:cNvSpPr/>
      </dsp:nvSpPr>
      <dsp:spPr>
        <a:xfrm>
          <a:off x="4788270" y="2344038"/>
          <a:ext cx="825065" cy="41253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Types</a:t>
          </a:r>
        </a:p>
      </dsp:txBody>
      <dsp:txXfrm>
        <a:off x="4788270" y="2344038"/>
        <a:ext cx="825065" cy="412532"/>
      </dsp:txXfrm>
    </dsp:sp>
    <dsp:sp modelId="{A906071C-3093-4726-B2B4-C8E51AA62F57}">
      <dsp:nvSpPr>
        <dsp:cNvPr id="0" name=""/>
        <dsp:cNvSpPr/>
      </dsp:nvSpPr>
      <dsp:spPr>
        <a:xfrm>
          <a:off x="5580333" y="1172444"/>
          <a:ext cx="825065" cy="412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Locations</a:t>
          </a:r>
        </a:p>
      </dsp:txBody>
      <dsp:txXfrm>
        <a:off x="5580333" y="1172444"/>
        <a:ext cx="825065" cy="412532"/>
      </dsp:txXfrm>
    </dsp:sp>
    <dsp:sp modelId="{5D0A7263-E74C-4EC0-9A7F-5B1CC05A4C1B}">
      <dsp:nvSpPr>
        <dsp:cNvPr id="0" name=""/>
        <dsp:cNvSpPr/>
      </dsp:nvSpPr>
      <dsp:spPr>
        <a:xfrm>
          <a:off x="5786600" y="1758241"/>
          <a:ext cx="825065" cy="412532"/>
        </a:xfrm>
        <a:prstGeom prst="rect">
          <a:avLst/>
        </a:prstGeom>
        <a:solidFill>
          <a:schemeClr val="accent3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 err="1"/>
            <a:t>LocationID</a:t>
          </a:r>
          <a:endParaRPr lang="en-GB" sz="900" kern="1200" dirty="0"/>
        </a:p>
      </dsp:txBody>
      <dsp:txXfrm>
        <a:off x="5786600" y="1758241"/>
        <a:ext cx="825065" cy="412532"/>
      </dsp:txXfrm>
    </dsp:sp>
    <dsp:sp modelId="{A3D60181-401F-4A83-BB32-01F01E98637D}">
      <dsp:nvSpPr>
        <dsp:cNvPr id="0" name=""/>
        <dsp:cNvSpPr/>
      </dsp:nvSpPr>
      <dsp:spPr>
        <a:xfrm>
          <a:off x="5786600" y="2344038"/>
          <a:ext cx="825065" cy="41253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 err="1"/>
            <a:t>LocationName</a:t>
          </a:r>
          <a:endParaRPr lang="en-GB" sz="900" kern="1200" dirty="0"/>
        </a:p>
      </dsp:txBody>
      <dsp:txXfrm>
        <a:off x="5786600" y="2344038"/>
        <a:ext cx="825065" cy="412532"/>
      </dsp:txXfrm>
    </dsp:sp>
    <dsp:sp modelId="{D34AD77B-5188-46AE-91D8-A9E6FF368972}">
      <dsp:nvSpPr>
        <dsp:cNvPr id="0" name=""/>
        <dsp:cNvSpPr/>
      </dsp:nvSpPr>
      <dsp:spPr>
        <a:xfrm>
          <a:off x="6578663" y="1172444"/>
          <a:ext cx="825065" cy="412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Remember me</a:t>
          </a:r>
        </a:p>
      </dsp:txBody>
      <dsp:txXfrm>
        <a:off x="6578663" y="1172444"/>
        <a:ext cx="825065" cy="412532"/>
      </dsp:txXfrm>
    </dsp:sp>
    <dsp:sp modelId="{A9DB2A06-AE52-4F8B-AF29-285D4D9BD451}">
      <dsp:nvSpPr>
        <dsp:cNvPr id="0" name=""/>
        <dsp:cNvSpPr/>
      </dsp:nvSpPr>
      <dsp:spPr>
        <a:xfrm>
          <a:off x="6784930" y="1758241"/>
          <a:ext cx="825065" cy="41253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Token</a:t>
          </a:r>
        </a:p>
      </dsp:txBody>
      <dsp:txXfrm>
        <a:off x="6784930" y="1758241"/>
        <a:ext cx="825065" cy="412532"/>
      </dsp:txXfrm>
    </dsp:sp>
    <dsp:sp modelId="{140859C5-7347-485A-8F90-0C3EBBA595E2}">
      <dsp:nvSpPr>
        <dsp:cNvPr id="0" name=""/>
        <dsp:cNvSpPr/>
      </dsp:nvSpPr>
      <dsp:spPr>
        <a:xfrm>
          <a:off x="6784930" y="2344038"/>
          <a:ext cx="825065" cy="412532"/>
        </a:xfrm>
        <a:prstGeom prst="rect">
          <a:avLst/>
        </a:prstGeom>
        <a:solidFill>
          <a:schemeClr val="accent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 err="1"/>
            <a:t>UserID</a:t>
          </a:r>
          <a:endParaRPr lang="en-GB" sz="900" kern="1200" dirty="0"/>
        </a:p>
      </dsp:txBody>
      <dsp:txXfrm>
        <a:off x="6784930" y="2344038"/>
        <a:ext cx="825065" cy="412532"/>
      </dsp:txXfrm>
    </dsp:sp>
    <dsp:sp modelId="{D055AAE5-7D87-46FA-8811-B5BAE0B41BEB}">
      <dsp:nvSpPr>
        <dsp:cNvPr id="0" name=""/>
        <dsp:cNvSpPr/>
      </dsp:nvSpPr>
      <dsp:spPr>
        <a:xfrm>
          <a:off x="6784930" y="2929835"/>
          <a:ext cx="825065" cy="41253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Expiry date</a:t>
          </a:r>
        </a:p>
      </dsp:txBody>
      <dsp:txXfrm>
        <a:off x="6784930" y="2929835"/>
        <a:ext cx="825065" cy="412532"/>
      </dsp:txXfrm>
    </dsp:sp>
    <dsp:sp modelId="{5B92DF77-BDEF-4266-B203-98B10205EEDB}">
      <dsp:nvSpPr>
        <dsp:cNvPr id="0" name=""/>
        <dsp:cNvSpPr/>
      </dsp:nvSpPr>
      <dsp:spPr>
        <a:xfrm>
          <a:off x="7576993" y="1172444"/>
          <a:ext cx="825065" cy="412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Roles</a:t>
          </a:r>
        </a:p>
      </dsp:txBody>
      <dsp:txXfrm>
        <a:off x="7576993" y="1172444"/>
        <a:ext cx="825065" cy="412532"/>
      </dsp:txXfrm>
    </dsp:sp>
    <dsp:sp modelId="{CD88A946-4CD8-454A-A246-92E6436E3F5B}">
      <dsp:nvSpPr>
        <dsp:cNvPr id="0" name=""/>
        <dsp:cNvSpPr/>
      </dsp:nvSpPr>
      <dsp:spPr>
        <a:xfrm>
          <a:off x="7783259" y="1758241"/>
          <a:ext cx="825065" cy="412532"/>
        </a:xfrm>
        <a:prstGeom prst="rect">
          <a:avLst/>
        </a:prstGeom>
        <a:solidFill>
          <a:schemeClr val="accent3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 err="1"/>
            <a:t>RoleID</a:t>
          </a:r>
          <a:endParaRPr lang="en-GB" sz="900" kern="1200" dirty="0"/>
        </a:p>
      </dsp:txBody>
      <dsp:txXfrm>
        <a:off x="7783259" y="1758241"/>
        <a:ext cx="825065" cy="412532"/>
      </dsp:txXfrm>
    </dsp:sp>
    <dsp:sp modelId="{E11D48DE-3B6D-4CB5-9A02-55B2832E044C}">
      <dsp:nvSpPr>
        <dsp:cNvPr id="0" name=""/>
        <dsp:cNvSpPr/>
      </dsp:nvSpPr>
      <dsp:spPr>
        <a:xfrm>
          <a:off x="7783259" y="2344038"/>
          <a:ext cx="825065" cy="41253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 err="1"/>
            <a:t>RoleName</a:t>
          </a:r>
          <a:endParaRPr lang="en-GB" sz="900" kern="1200" dirty="0"/>
        </a:p>
      </dsp:txBody>
      <dsp:txXfrm>
        <a:off x="7783259" y="2344038"/>
        <a:ext cx="825065" cy="412532"/>
      </dsp:txXfrm>
    </dsp:sp>
    <dsp:sp modelId="{727EA264-8CDC-46A5-A8F7-3714AB4745E8}">
      <dsp:nvSpPr>
        <dsp:cNvPr id="0" name=""/>
        <dsp:cNvSpPr/>
      </dsp:nvSpPr>
      <dsp:spPr>
        <a:xfrm>
          <a:off x="8575323" y="1172444"/>
          <a:ext cx="825065" cy="412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Student Info</a:t>
          </a:r>
        </a:p>
      </dsp:txBody>
      <dsp:txXfrm>
        <a:off x="8575323" y="1172444"/>
        <a:ext cx="825065" cy="412532"/>
      </dsp:txXfrm>
    </dsp:sp>
    <dsp:sp modelId="{B9E0A236-F1F7-4FE7-B2A0-2A601ADE5902}">
      <dsp:nvSpPr>
        <dsp:cNvPr id="0" name=""/>
        <dsp:cNvSpPr/>
      </dsp:nvSpPr>
      <dsp:spPr>
        <a:xfrm>
          <a:off x="8781589" y="1758241"/>
          <a:ext cx="825065" cy="412532"/>
        </a:xfrm>
        <a:prstGeom prst="rect">
          <a:avLst/>
        </a:prstGeom>
        <a:solidFill>
          <a:schemeClr val="accent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 err="1"/>
            <a:t>UserID</a:t>
          </a:r>
          <a:endParaRPr lang="en-GB" sz="900" kern="1200" dirty="0"/>
        </a:p>
      </dsp:txBody>
      <dsp:txXfrm>
        <a:off x="8781589" y="1758241"/>
        <a:ext cx="825065" cy="412532"/>
      </dsp:txXfrm>
    </dsp:sp>
    <dsp:sp modelId="{70266AC8-1BF5-4070-BC82-CDA4CD5EEF88}">
      <dsp:nvSpPr>
        <dsp:cNvPr id="0" name=""/>
        <dsp:cNvSpPr/>
      </dsp:nvSpPr>
      <dsp:spPr>
        <a:xfrm>
          <a:off x="8781589" y="2344038"/>
          <a:ext cx="825065" cy="41253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Form</a:t>
          </a:r>
        </a:p>
      </dsp:txBody>
      <dsp:txXfrm>
        <a:off x="8781589" y="2344038"/>
        <a:ext cx="825065" cy="412532"/>
      </dsp:txXfrm>
    </dsp:sp>
    <dsp:sp modelId="{22F57D9F-6D4F-41E2-BEC8-D63C57303251}">
      <dsp:nvSpPr>
        <dsp:cNvPr id="0" name=""/>
        <dsp:cNvSpPr/>
      </dsp:nvSpPr>
      <dsp:spPr>
        <a:xfrm>
          <a:off x="8781589" y="2929835"/>
          <a:ext cx="825065" cy="41253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House</a:t>
          </a:r>
        </a:p>
      </dsp:txBody>
      <dsp:txXfrm>
        <a:off x="8781589" y="2929835"/>
        <a:ext cx="825065" cy="412532"/>
      </dsp:txXfrm>
    </dsp:sp>
    <dsp:sp modelId="{F0AA28F1-7C39-407E-AD6F-B5D5CCFC6329}">
      <dsp:nvSpPr>
        <dsp:cNvPr id="0" name=""/>
        <dsp:cNvSpPr/>
      </dsp:nvSpPr>
      <dsp:spPr>
        <a:xfrm>
          <a:off x="8781589" y="3515631"/>
          <a:ext cx="825065" cy="412532"/>
        </a:xfrm>
        <a:prstGeom prst="rect">
          <a:avLst/>
        </a:prstGeom>
        <a:solidFill>
          <a:schemeClr val="bg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 err="1"/>
            <a:t>TimetableID</a:t>
          </a:r>
          <a:endParaRPr lang="en-GB" sz="900" kern="1200" dirty="0"/>
        </a:p>
      </dsp:txBody>
      <dsp:txXfrm>
        <a:off x="8781589" y="3515631"/>
        <a:ext cx="825065" cy="412532"/>
      </dsp:txXfrm>
    </dsp:sp>
    <dsp:sp modelId="{681D547F-5466-45AF-8ED3-BEDA5F950653}">
      <dsp:nvSpPr>
        <dsp:cNvPr id="0" name=""/>
        <dsp:cNvSpPr/>
      </dsp:nvSpPr>
      <dsp:spPr>
        <a:xfrm>
          <a:off x="8781589" y="4101428"/>
          <a:ext cx="825065" cy="412532"/>
        </a:xfrm>
        <a:prstGeom prst="rect">
          <a:avLst/>
        </a:prstGeom>
        <a:solidFill>
          <a:schemeClr val="accent4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 err="1"/>
            <a:t>AlterationID</a:t>
          </a:r>
          <a:endParaRPr lang="en-GB" sz="900" kern="1200" dirty="0"/>
        </a:p>
      </dsp:txBody>
      <dsp:txXfrm>
        <a:off x="8781589" y="4101428"/>
        <a:ext cx="825065" cy="412532"/>
      </dsp:txXfrm>
    </dsp:sp>
    <dsp:sp modelId="{FF1DD4B5-1393-4897-8062-5E6E8A776BA8}">
      <dsp:nvSpPr>
        <dsp:cNvPr id="0" name=""/>
        <dsp:cNvSpPr/>
      </dsp:nvSpPr>
      <dsp:spPr>
        <a:xfrm>
          <a:off x="8781589" y="4687225"/>
          <a:ext cx="825065" cy="41253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Year</a:t>
          </a:r>
        </a:p>
      </dsp:txBody>
      <dsp:txXfrm>
        <a:off x="8781589" y="4687225"/>
        <a:ext cx="825065" cy="412532"/>
      </dsp:txXfrm>
    </dsp:sp>
    <dsp:sp modelId="{1DC59C32-D795-4758-97FE-B317CF67C902}">
      <dsp:nvSpPr>
        <dsp:cNvPr id="0" name=""/>
        <dsp:cNvSpPr/>
      </dsp:nvSpPr>
      <dsp:spPr>
        <a:xfrm>
          <a:off x="9573652" y="1172444"/>
          <a:ext cx="825065" cy="412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Subjects</a:t>
          </a:r>
        </a:p>
      </dsp:txBody>
      <dsp:txXfrm>
        <a:off x="9573652" y="1172444"/>
        <a:ext cx="825065" cy="412532"/>
      </dsp:txXfrm>
    </dsp:sp>
    <dsp:sp modelId="{0EAB04D5-AD65-47FD-AD96-C17FFB8E84D1}">
      <dsp:nvSpPr>
        <dsp:cNvPr id="0" name=""/>
        <dsp:cNvSpPr/>
      </dsp:nvSpPr>
      <dsp:spPr>
        <a:xfrm>
          <a:off x="9779919" y="1758241"/>
          <a:ext cx="825065" cy="412532"/>
        </a:xfrm>
        <a:prstGeom prst="rect">
          <a:avLst/>
        </a:prstGeom>
        <a:solidFill>
          <a:schemeClr val="tx2">
            <a:lumMod val="25000"/>
            <a:lumOff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 err="1"/>
            <a:t>SubjectID</a:t>
          </a:r>
          <a:endParaRPr lang="en-GB" sz="900" kern="1200" dirty="0"/>
        </a:p>
      </dsp:txBody>
      <dsp:txXfrm>
        <a:off x="9779919" y="1758241"/>
        <a:ext cx="825065" cy="412532"/>
      </dsp:txXfrm>
    </dsp:sp>
    <dsp:sp modelId="{5ABCF0ED-6A20-4E6A-AE92-C9B7C2E70489}">
      <dsp:nvSpPr>
        <dsp:cNvPr id="0" name=""/>
        <dsp:cNvSpPr/>
      </dsp:nvSpPr>
      <dsp:spPr>
        <a:xfrm>
          <a:off x="9779919" y="2344038"/>
          <a:ext cx="825065" cy="41253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Name</a:t>
          </a:r>
        </a:p>
      </dsp:txBody>
      <dsp:txXfrm>
        <a:off x="9779919" y="2344038"/>
        <a:ext cx="825065" cy="412532"/>
      </dsp:txXfrm>
    </dsp:sp>
    <dsp:sp modelId="{6ACDB490-5CCC-46E5-872A-95861B7CFC3A}">
      <dsp:nvSpPr>
        <dsp:cNvPr id="0" name=""/>
        <dsp:cNvSpPr/>
      </dsp:nvSpPr>
      <dsp:spPr>
        <a:xfrm>
          <a:off x="9779919" y="2929835"/>
          <a:ext cx="825065" cy="412532"/>
        </a:xfrm>
        <a:prstGeom prst="rect">
          <a:avLst/>
        </a:prstGeom>
        <a:solidFill>
          <a:schemeClr val="accent5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 err="1"/>
            <a:t>UserID</a:t>
          </a:r>
          <a:endParaRPr lang="en-GB" sz="900" kern="1200" dirty="0"/>
        </a:p>
      </dsp:txBody>
      <dsp:txXfrm>
        <a:off x="9779919" y="2929835"/>
        <a:ext cx="825065" cy="412532"/>
      </dsp:txXfrm>
    </dsp:sp>
    <dsp:sp modelId="{A39553A8-8DDC-4E56-94FE-8BCCEC86EF29}">
      <dsp:nvSpPr>
        <dsp:cNvPr id="0" name=""/>
        <dsp:cNvSpPr/>
      </dsp:nvSpPr>
      <dsp:spPr>
        <a:xfrm>
          <a:off x="9779919" y="3515631"/>
          <a:ext cx="825065" cy="412532"/>
        </a:xfrm>
        <a:prstGeom prst="rect">
          <a:avLst/>
        </a:prstGeom>
        <a:solidFill>
          <a:schemeClr val="accent1"/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 err="1"/>
            <a:t>EventID</a:t>
          </a:r>
          <a:endParaRPr lang="en-GB" sz="900" kern="1200" dirty="0"/>
        </a:p>
      </dsp:txBody>
      <dsp:txXfrm>
        <a:off x="9779919" y="3515631"/>
        <a:ext cx="825065" cy="412532"/>
      </dsp:txXfrm>
    </dsp:sp>
    <dsp:sp modelId="{9157A1FE-6233-4636-BE8B-CADAFCA3FDCB}">
      <dsp:nvSpPr>
        <dsp:cNvPr id="0" name=""/>
        <dsp:cNvSpPr/>
      </dsp:nvSpPr>
      <dsp:spPr>
        <a:xfrm>
          <a:off x="10571982" y="1172444"/>
          <a:ext cx="825065" cy="412532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Timetable</a:t>
          </a:r>
        </a:p>
      </dsp:txBody>
      <dsp:txXfrm>
        <a:off x="10571982" y="1172444"/>
        <a:ext cx="825065" cy="412532"/>
      </dsp:txXfrm>
    </dsp:sp>
    <dsp:sp modelId="{128F835C-6E26-4AB9-AB94-161EF1BABCD2}">
      <dsp:nvSpPr>
        <dsp:cNvPr id="0" name=""/>
        <dsp:cNvSpPr/>
      </dsp:nvSpPr>
      <dsp:spPr>
        <a:xfrm>
          <a:off x="10778249" y="1758241"/>
          <a:ext cx="825065" cy="412532"/>
        </a:xfrm>
        <a:prstGeom prst="rect">
          <a:avLst/>
        </a:prstGeom>
        <a:solidFill>
          <a:schemeClr val="bg2">
            <a:lumMod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 err="1"/>
            <a:t>TimetableID</a:t>
          </a:r>
          <a:endParaRPr lang="en-GB" sz="900" kern="1200" dirty="0"/>
        </a:p>
      </dsp:txBody>
      <dsp:txXfrm>
        <a:off x="10778249" y="1758241"/>
        <a:ext cx="825065" cy="412532"/>
      </dsp:txXfrm>
    </dsp:sp>
    <dsp:sp modelId="{2FD84575-BC1E-44F4-A39D-A6FDABE49830}">
      <dsp:nvSpPr>
        <dsp:cNvPr id="0" name=""/>
        <dsp:cNvSpPr/>
      </dsp:nvSpPr>
      <dsp:spPr>
        <a:xfrm>
          <a:off x="10778249" y="2344038"/>
          <a:ext cx="825065" cy="412532"/>
        </a:xfrm>
        <a:prstGeom prst="rect">
          <a:avLst/>
        </a:prstGeom>
        <a:solidFill>
          <a:schemeClr val="accent3">
            <a:lumMod val="60000"/>
            <a:lumOff val="40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 err="1"/>
            <a:t>LocationID</a:t>
          </a:r>
          <a:endParaRPr lang="en-GB" sz="900" kern="1200" dirty="0"/>
        </a:p>
      </dsp:txBody>
      <dsp:txXfrm>
        <a:off x="10778249" y="2344038"/>
        <a:ext cx="825065" cy="412532"/>
      </dsp:txXfrm>
    </dsp:sp>
    <dsp:sp modelId="{CB0E5E9B-082E-45F1-8505-49FF0803B19E}">
      <dsp:nvSpPr>
        <dsp:cNvPr id="0" name=""/>
        <dsp:cNvSpPr/>
      </dsp:nvSpPr>
      <dsp:spPr>
        <a:xfrm>
          <a:off x="10778249" y="2929835"/>
          <a:ext cx="825065" cy="412532"/>
        </a:xfrm>
        <a:prstGeom prst="rect">
          <a:avLst/>
        </a:prstGeom>
        <a:solidFill>
          <a:schemeClr val="tx2">
            <a:lumMod val="25000"/>
            <a:lumOff val="7500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 err="1"/>
            <a:t>SubjectID</a:t>
          </a:r>
          <a:endParaRPr lang="en-GB" sz="900" kern="1200" dirty="0"/>
        </a:p>
      </dsp:txBody>
      <dsp:txXfrm>
        <a:off x="10778249" y="2929835"/>
        <a:ext cx="825065" cy="412532"/>
      </dsp:txXfrm>
    </dsp:sp>
    <dsp:sp modelId="{09BEEB9A-51DF-4EB1-A130-17FDA1589E4F}">
      <dsp:nvSpPr>
        <dsp:cNvPr id="0" name=""/>
        <dsp:cNvSpPr/>
      </dsp:nvSpPr>
      <dsp:spPr>
        <a:xfrm>
          <a:off x="10778249" y="3515631"/>
          <a:ext cx="825065" cy="41253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Start</a:t>
          </a:r>
        </a:p>
      </dsp:txBody>
      <dsp:txXfrm>
        <a:off x="10778249" y="3515631"/>
        <a:ext cx="825065" cy="412532"/>
      </dsp:txXfrm>
    </dsp:sp>
    <dsp:sp modelId="{8564B05C-2B23-4103-9A5F-DA331E55C44C}">
      <dsp:nvSpPr>
        <dsp:cNvPr id="0" name=""/>
        <dsp:cNvSpPr/>
      </dsp:nvSpPr>
      <dsp:spPr>
        <a:xfrm>
          <a:off x="10778249" y="4101428"/>
          <a:ext cx="825065" cy="41253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End</a:t>
          </a:r>
        </a:p>
      </dsp:txBody>
      <dsp:txXfrm>
        <a:off x="10778249" y="4101428"/>
        <a:ext cx="825065" cy="412532"/>
      </dsp:txXfrm>
    </dsp:sp>
    <dsp:sp modelId="{1E709258-BF71-47F9-ADA7-A75AD736CDFB}">
      <dsp:nvSpPr>
        <dsp:cNvPr id="0" name=""/>
        <dsp:cNvSpPr/>
      </dsp:nvSpPr>
      <dsp:spPr>
        <a:xfrm>
          <a:off x="10778249" y="4687225"/>
          <a:ext cx="825065" cy="41253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Day</a:t>
          </a:r>
        </a:p>
      </dsp:txBody>
      <dsp:txXfrm>
        <a:off x="10778249" y="4687225"/>
        <a:ext cx="825065" cy="412532"/>
      </dsp:txXfrm>
    </dsp:sp>
    <dsp:sp modelId="{6C007DFF-737E-4E68-8C08-94FC86DEFBF9}">
      <dsp:nvSpPr>
        <dsp:cNvPr id="0" name=""/>
        <dsp:cNvSpPr/>
      </dsp:nvSpPr>
      <dsp:spPr>
        <a:xfrm>
          <a:off x="10778249" y="5273022"/>
          <a:ext cx="825065" cy="412532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5715" tIns="5715" rIns="5715" bIns="5715" numCol="1" spcCol="1270" anchor="ctr" anchorCtr="0">
          <a:noAutofit/>
        </a:bodyPr>
        <a:lstStyle/>
        <a:p>
          <a:pPr marL="0" lvl="0" indent="0" algn="ctr" defTabSz="400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900" kern="1200" dirty="0"/>
            <a:t>Week</a:t>
          </a:r>
        </a:p>
      </dsp:txBody>
      <dsp:txXfrm>
        <a:off x="10778249" y="5273022"/>
        <a:ext cx="825065" cy="41253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3C61CFD-052F-4554-A080-2C57757D426A}">
      <dsp:nvSpPr>
        <dsp:cNvPr id="0" name=""/>
        <dsp:cNvSpPr/>
      </dsp:nvSpPr>
      <dsp:spPr>
        <a:xfrm>
          <a:off x="10265122" y="1970763"/>
          <a:ext cx="1446283" cy="2008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403"/>
              </a:lnTo>
              <a:lnTo>
                <a:pt x="1446283" y="100403"/>
              </a:lnTo>
              <a:lnTo>
                <a:pt x="1446283" y="200806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0B8AA73-6DC1-4FA2-8675-301EF1E20014}">
      <dsp:nvSpPr>
        <dsp:cNvPr id="0" name=""/>
        <dsp:cNvSpPr/>
      </dsp:nvSpPr>
      <dsp:spPr>
        <a:xfrm>
          <a:off x="10171890" y="2649680"/>
          <a:ext cx="143433" cy="17976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97694"/>
              </a:lnTo>
              <a:lnTo>
                <a:pt x="143433" y="1797694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FEF308A-2115-43E7-9CD9-256AE44B2B4C}">
      <dsp:nvSpPr>
        <dsp:cNvPr id="0" name=""/>
        <dsp:cNvSpPr/>
      </dsp:nvSpPr>
      <dsp:spPr>
        <a:xfrm>
          <a:off x="10171890" y="2649680"/>
          <a:ext cx="143433" cy="11187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18778"/>
              </a:lnTo>
              <a:lnTo>
                <a:pt x="143433" y="1118778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CBF37C8-7B24-44B4-8292-94F533C36898}">
      <dsp:nvSpPr>
        <dsp:cNvPr id="0" name=""/>
        <dsp:cNvSpPr/>
      </dsp:nvSpPr>
      <dsp:spPr>
        <a:xfrm>
          <a:off x="10171890" y="2649680"/>
          <a:ext cx="143433" cy="4398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9861"/>
              </a:lnTo>
              <a:lnTo>
                <a:pt x="143433" y="439861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09D4D7-E09A-4FF1-97B2-CEFF2B443F95}">
      <dsp:nvSpPr>
        <dsp:cNvPr id="0" name=""/>
        <dsp:cNvSpPr/>
      </dsp:nvSpPr>
      <dsp:spPr>
        <a:xfrm>
          <a:off x="10265122" y="1970763"/>
          <a:ext cx="289256" cy="2008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403"/>
              </a:lnTo>
              <a:lnTo>
                <a:pt x="289256" y="100403"/>
              </a:lnTo>
              <a:lnTo>
                <a:pt x="289256" y="200806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E81E39F-84A9-4CD3-90FA-EC4F851C54C4}">
      <dsp:nvSpPr>
        <dsp:cNvPr id="0" name=""/>
        <dsp:cNvSpPr/>
      </dsp:nvSpPr>
      <dsp:spPr>
        <a:xfrm>
          <a:off x="9014863" y="3328596"/>
          <a:ext cx="143433" cy="4398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9861"/>
              </a:lnTo>
              <a:lnTo>
                <a:pt x="143433" y="439861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92B59A9-EF96-473C-8179-4C86F0101A26}">
      <dsp:nvSpPr>
        <dsp:cNvPr id="0" name=""/>
        <dsp:cNvSpPr/>
      </dsp:nvSpPr>
      <dsp:spPr>
        <a:xfrm>
          <a:off x="8818838" y="2649680"/>
          <a:ext cx="578513" cy="2008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403"/>
              </a:lnTo>
              <a:lnTo>
                <a:pt x="578513" y="100403"/>
              </a:lnTo>
              <a:lnTo>
                <a:pt x="578513" y="200806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500987-5D14-4602-8BF9-2A0CE1E75E39}">
      <dsp:nvSpPr>
        <dsp:cNvPr id="0" name=""/>
        <dsp:cNvSpPr/>
      </dsp:nvSpPr>
      <dsp:spPr>
        <a:xfrm>
          <a:off x="8240324" y="2649680"/>
          <a:ext cx="578513" cy="200806"/>
        </a:xfrm>
        <a:custGeom>
          <a:avLst/>
          <a:gdLst/>
          <a:ahLst/>
          <a:cxnLst/>
          <a:rect l="0" t="0" r="0" b="0"/>
          <a:pathLst>
            <a:path>
              <a:moveTo>
                <a:pt x="578513" y="0"/>
              </a:moveTo>
              <a:lnTo>
                <a:pt x="578513" y="100403"/>
              </a:lnTo>
              <a:lnTo>
                <a:pt x="0" y="100403"/>
              </a:lnTo>
              <a:lnTo>
                <a:pt x="0" y="200806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6EDB274-CED1-4008-BDFA-F816AD2B6B4D}">
      <dsp:nvSpPr>
        <dsp:cNvPr id="0" name=""/>
        <dsp:cNvSpPr/>
      </dsp:nvSpPr>
      <dsp:spPr>
        <a:xfrm>
          <a:off x="8818838" y="1970763"/>
          <a:ext cx="1446283" cy="200806"/>
        </a:xfrm>
        <a:custGeom>
          <a:avLst/>
          <a:gdLst/>
          <a:ahLst/>
          <a:cxnLst/>
          <a:rect l="0" t="0" r="0" b="0"/>
          <a:pathLst>
            <a:path>
              <a:moveTo>
                <a:pt x="1446283" y="0"/>
              </a:moveTo>
              <a:lnTo>
                <a:pt x="1446283" y="100403"/>
              </a:lnTo>
              <a:lnTo>
                <a:pt x="0" y="100403"/>
              </a:lnTo>
              <a:lnTo>
                <a:pt x="0" y="200806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7AE5089-DA10-495E-AD71-BB970AE2E4AD}">
      <dsp:nvSpPr>
        <dsp:cNvPr id="0" name=""/>
        <dsp:cNvSpPr/>
      </dsp:nvSpPr>
      <dsp:spPr>
        <a:xfrm>
          <a:off x="5372858" y="1291846"/>
          <a:ext cx="4892264" cy="2008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403"/>
              </a:lnTo>
              <a:lnTo>
                <a:pt x="4892264" y="100403"/>
              </a:lnTo>
              <a:lnTo>
                <a:pt x="4892264" y="200806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20C09B-A6BA-45F6-A1A0-6C13D760608E}">
      <dsp:nvSpPr>
        <dsp:cNvPr id="0" name=""/>
        <dsp:cNvSpPr/>
      </dsp:nvSpPr>
      <dsp:spPr>
        <a:xfrm>
          <a:off x="6461754" y="2649680"/>
          <a:ext cx="143433" cy="31555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55528"/>
              </a:lnTo>
              <a:lnTo>
                <a:pt x="143433" y="3155528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A728685-F2AE-4F0E-8FB9-2E8CAEFF0388}">
      <dsp:nvSpPr>
        <dsp:cNvPr id="0" name=""/>
        <dsp:cNvSpPr/>
      </dsp:nvSpPr>
      <dsp:spPr>
        <a:xfrm>
          <a:off x="6461754" y="2649680"/>
          <a:ext cx="143433" cy="247661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2476611"/>
              </a:lnTo>
              <a:lnTo>
                <a:pt x="143433" y="2476611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DD1C4C4-9BDF-4B23-9987-EDC8FF86EF8C}">
      <dsp:nvSpPr>
        <dsp:cNvPr id="0" name=""/>
        <dsp:cNvSpPr/>
      </dsp:nvSpPr>
      <dsp:spPr>
        <a:xfrm>
          <a:off x="6461754" y="2649680"/>
          <a:ext cx="143433" cy="179769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797694"/>
              </a:lnTo>
              <a:lnTo>
                <a:pt x="143433" y="1797694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3DAC1B1-A778-49F0-9D9F-C84A9700250B}">
      <dsp:nvSpPr>
        <dsp:cNvPr id="0" name=""/>
        <dsp:cNvSpPr/>
      </dsp:nvSpPr>
      <dsp:spPr>
        <a:xfrm>
          <a:off x="6461754" y="2649680"/>
          <a:ext cx="143433" cy="111877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118778"/>
              </a:lnTo>
              <a:lnTo>
                <a:pt x="143433" y="1118778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1DBCB13-7D93-40D4-B92A-7C5C4A0B2BFD}">
      <dsp:nvSpPr>
        <dsp:cNvPr id="0" name=""/>
        <dsp:cNvSpPr/>
      </dsp:nvSpPr>
      <dsp:spPr>
        <a:xfrm>
          <a:off x="6461754" y="2649680"/>
          <a:ext cx="143433" cy="43986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439861"/>
              </a:lnTo>
              <a:lnTo>
                <a:pt x="143433" y="439861"/>
              </a:lnTo>
            </a:path>
          </a:pathLst>
        </a:custGeom>
        <a:noFill/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1CE43C-6FE1-4BD1-969C-A70A6E4C2F94}">
      <dsp:nvSpPr>
        <dsp:cNvPr id="0" name=""/>
        <dsp:cNvSpPr/>
      </dsp:nvSpPr>
      <dsp:spPr>
        <a:xfrm>
          <a:off x="3951675" y="1970763"/>
          <a:ext cx="2892567" cy="2008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403"/>
              </a:lnTo>
              <a:lnTo>
                <a:pt x="2892567" y="100403"/>
              </a:lnTo>
              <a:lnTo>
                <a:pt x="2892567" y="200806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DE3CB8E-052E-4061-940D-F8509BCCFCFE}">
      <dsp:nvSpPr>
        <dsp:cNvPr id="0" name=""/>
        <dsp:cNvSpPr/>
      </dsp:nvSpPr>
      <dsp:spPr>
        <a:xfrm>
          <a:off x="3951675" y="1970763"/>
          <a:ext cx="1735540" cy="2008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403"/>
              </a:lnTo>
              <a:lnTo>
                <a:pt x="1735540" y="100403"/>
              </a:lnTo>
              <a:lnTo>
                <a:pt x="1735540" y="200806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A48A3BF-B21F-4E61-B64B-195C3BD17B37}">
      <dsp:nvSpPr>
        <dsp:cNvPr id="0" name=""/>
        <dsp:cNvSpPr/>
      </dsp:nvSpPr>
      <dsp:spPr>
        <a:xfrm>
          <a:off x="3951675" y="1970763"/>
          <a:ext cx="578513" cy="20080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00403"/>
              </a:lnTo>
              <a:lnTo>
                <a:pt x="578513" y="100403"/>
              </a:lnTo>
              <a:lnTo>
                <a:pt x="578513" y="200806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EB207B4-98D5-48A6-A4AD-D00D4FC8EEE1}">
      <dsp:nvSpPr>
        <dsp:cNvPr id="0" name=""/>
        <dsp:cNvSpPr/>
      </dsp:nvSpPr>
      <dsp:spPr>
        <a:xfrm>
          <a:off x="3373161" y="1970763"/>
          <a:ext cx="578513" cy="200806"/>
        </a:xfrm>
        <a:custGeom>
          <a:avLst/>
          <a:gdLst/>
          <a:ahLst/>
          <a:cxnLst/>
          <a:rect l="0" t="0" r="0" b="0"/>
          <a:pathLst>
            <a:path>
              <a:moveTo>
                <a:pt x="578513" y="0"/>
              </a:moveTo>
              <a:lnTo>
                <a:pt x="578513" y="100403"/>
              </a:lnTo>
              <a:lnTo>
                <a:pt x="0" y="100403"/>
              </a:lnTo>
              <a:lnTo>
                <a:pt x="0" y="200806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C46ECD7-1025-4ECA-B646-08FD104323C0}">
      <dsp:nvSpPr>
        <dsp:cNvPr id="0" name=""/>
        <dsp:cNvSpPr/>
      </dsp:nvSpPr>
      <dsp:spPr>
        <a:xfrm>
          <a:off x="2216134" y="1970763"/>
          <a:ext cx="1735540" cy="200806"/>
        </a:xfrm>
        <a:custGeom>
          <a:avLst/>
          <a:gdLst/>
          <a:ahLst/>
          <a:cxnLst/>
          <a:rect l="0" t="0" r="0" b="0"/>
          <a:pathLst>
            <a:path>
              <a:moveTo>
                <a:pt x="1735540" y="0"/>
              </a:moveTo>
              <a:lnTo>
                <a:pt x="1735540" y="100403"/>
              </a:lnTo>
              <a:lnTo>
                <a:pt x="0" y="100403"/>
              </a:lnTo>
              <a:lnTo>
                <a:pt x="0" y="200806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374389-CC13-447E-945D-06038F2EB9E2}">
      <dsp:nvSpPr>
        <dsp:cNvPr id="0" name=""/>
        <dsp:cNvSpPr/>
      </dsp:nvSpPr>
      <dsp:spPr>
        <a:xfrm>
          <a:off x="1059107" y="1970763"/>
          <a:ext cx="2892567" cy="200806"/>
        </a:xfrm>
        <a:custGeom>
          <a:avLst/>
          <a:gdLst/>
          <a:ahLst/>
          <a:cxnLst/>
          <a:rect l="0" t="0" r="0" b="0"/>
          <a:pathLst>
            <a:path>
              <a:moveTo>
                <a:pt x="2892567" y="0"/>
              </a:moveTo>
              <a:lnTo>
                <a:pt x="2892567" y="100403"/>
              </a:lnTo>
              <a:lnTo>
                <a:pt x="0" y="100403"/>
              </a:lnTo>
              <a:lnTo>
                <a:pt x="0" y="200806"/>
              </a:lnTo>
            </a:path>
          </a:pathLst>
        </a:custGeom>
        <a:noFill/>
        <a:ln w="190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1F95134-1D9A-47E7-9EDE-B354B1EC6004}">
      <dsp:nvSpPr>
        <dsp:cNvPr id="0" name=""/>
        <dsp:cNvSpPr/>
      </dsp:nvSpPr>
      <dsp:spPr>
        <a:xfrm>
          <a:off x="3951675" y="1291846"/>
          <a:ext cx="1421183" cy="200806"/>
        </a:xfrm>
        <a:custGeom>
          <a:avLst/>
          <a:gdLst/>
          <a:ahLst/>
          <a:cxnLst/>
          <a:rect l="0" t="0" r="0" b="0"/>
          <a:pathLst>
            <a:path>
              <a:moveTo>
                <a:pt x="1421183" y="0"/>
              </a:moveTo>
              <a:lnTo>
                <a:pt x="1421183" y="100403"/>
              </a:lnTo>
              <a:lnTo>
                <a:pt x="0" y="100403"/>
              </a:lnTo>
              <a:lnTo>
                <a:pt x="0" y="200806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FAFBCA2-58A0-4284-92A6-D576A1D3C90F}">
      <dsp:nvSpPr>
        <dsp:cNvPr id="0" name=""/>
        <dsp:cNvSpPr/>
      </dsp:nvSpPr>
      <dsp:spPr>
        <a:xfrm>
          <a:off x="2794648" y="1291846"/>
          <a:ext cx="2578210" cy="200806"/>
        </a:xfrm>
        <a:custGeom>
          <a:avLst/>
          <a:gdLst/>
          <a:ahLst/>
          <a:cxnLst/>
          <a:rect l="0" t="0" r="0" b="0"/>
          <a:pathLst>
            <a:path>
              <a:moveTo>
                <a:pt x="2578210" y="0"/>
              </a:moveTo>
              <a:lnTo>
                <a:pt x="2578210" y="100403"/>
              </a:lnTo>
              <a:lnTo>
                <a:pt x="0" y="100403"/>
              </a:lnTo>
              <a:lnTo>
                <a:pt x="0" y="200806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89F70F-6420-47C7-A95F-8E7032F2EBD2}">
      <dsp:nvSpPr>
        <dsp:cNvPr id="0" name=""/>
        <dsp:cNvSpPr/>
      </dsp:nvSpPr>
      <dsp:spPr>
        <a:xfrm>
          <a:off x="1637620" y="1291846"/>
          <a:ext cx="3735237" cy="200806"/>
        </a:xfrm>
        <a:custGeom>
          <a:avLst/>
          <a:gdLst/>
          <a:ahLst/>
          <a:cxnLst/>
          <a:rect l="0" t="0" r="0" b="0"/>
          <a:pathLst>
            <a:path>
              <a:moveTo>
                <a:pt x="3735237" y="0"/>
              </a:moveTo>
              <a:lnTo>
                <a:pt x="3735237" y="100403"/>
              </a:lnTo>
              <a:lnTo>
                <a:pt x="0" y="100403"/>
              </a:lnTo>
              <a:lnTo>
                <a:pt x="0" y="200806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631F7F8-D5BC-4100-ABF9-542B71A431CF}">
      <dsp:nvSpPr>
        <dsp:cNvPr id="0" name=""/>
        <dsp:cNvSpPr/>
      </dsp:nvSpPr>
      <dsp:spPr>
        <a:xfrm>
          <a:off x="480593" y="1291846"/>
          <a:ext cx="4892264" cy="200806"/>
        </a:xfrm>
        <a:custGeom>
          <a:avLst/>
          <a:gdLst/>
          <a:ahLst/>
          <a:cxnLst/>
          <a:rect l="0" t="0" r="0" b="0"/>
          <a:pathLst>
            <a:path>
              <a:moveTo>
                <a:pt x="4892264" y="0"/>
              </a:moveTo>
              <a:lnTo>
                <a:pt x="4892264" y="100403"/>
              </a:lnTo>
              <a:lnTo>
                <a:pt x="0" y="100403"/>
              </a:lnTo>
              <a:lnTo>
                <a:pt x="0" y="200806"/>
              </a:lnTo>
            </a:path>
          </a:pathLst>
        </a:custGeom>
        <a:noFill/>
        <a:ln w="19050" cap="flat" cmpd="sng" algn="ctr">
          <a:solidFill>
            <a:schemeClr val="accent6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EEA3F0C-01D6-4490-A4A4-89EC21E610E3}">
      <dsp:nvSpPr>
        <dsp:cNvPr id="0" name=""/>
        <dsp:cNvSpPr/>
      </dsp:nvSpPr>
      <dsp:spPr>
        <a:xfrm>
          <a:off x="4894747" y="813736"/>
          <a:ext cx="956220" cy="478110"/>
        </a:xfrm>
        <a:prstGeom prst="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WEBPAGE</a:t>
          </a:r>
        </a:p>
      </dsp:txBody>
      <dsp:txXfrm>
        <a:off x="4894747" y="813736"/>
        <a:ext cx="956220" cy="478110"/>
      </dsp:txXfrm>
    </dsp:sp>
    <dsp:sp modelId="{BD7E204D-CED3-4371-8109-2DBDB7BCBDED}">
      <dsp:nvSpPr>
        <dsp:cNvPr id="0" name=""/>
        <dsp:cNvSpPr/>
      </dsp:nvSpPr>
      <dsp:spPr>
        <a:xfrm>
          <a:off x="2483" y="1492653"/>
          <a:ext cx="956220" cy="47811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Main.py</a:t>
          </a:r>
        </a:p>
      </dsp:txBody>
      <dsp:txXfrm>
        <a:off x="2483" y="1492653"/>
        <a:ext cx="956220" cy="478110"/>
      </dsp:txXfrm>
    </dsp:sp>
    <dsp:sp modelId="{1F4A49E2-6D03-46D4-B32C-3CE6E7A2AB55}">
      <dsp:nvSpPr>
        <dsp:cNvPr id="0" name=""/>
        <dsp:cNvSpPr/>
      </dsp:nvSpPr>
      <dsp:spPr>
        <a:xfrm>
          <a:off x="1159510" y="1492653"/>
          <a:ext cx="956220" cy="47811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Enc.py</a:t>
          </a:r>
        </a:p>
      </dsp:txBody>
      <dsp:txXfrm>
        <a:off x="1159510" y="1492653"/>
        <a:ext cx="956220" cy="478110"/>
      </dsp:txXfrm>
    </dsp:sp>
    <dsp:sp modelId="{AA79AB00-1433-481C-9F71-F035D6B6FA8C}">
      <dsp:nvSpPr>
        <dsp:cNvPr id="0" name=""/>
        <dsp:cNvSpPr/>
      </dsp:nvSpPr>
      <dsp:spPr>
        <a:xfrm>
          <a:off x="2316537" y="1492653"/>
          <a:ext cx="956220" cy="47811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DB_interface.py</a:t>
          </a:r>
        </a:p>
      </dsp:txBody>
      <dsp:txXfrm>
        <a:off x="2316537" y="1492653"/>
        <a:ext cx="956220" cy="478110"/>
      </dsp:txXfrm>
    </dsp:sp>
    <dsp:sp modelId="{8DAABED1-8CE5-4CAD-A937-C556D9563437}">
      <dsp:nvSpPr>
        <dsp:cNvPr id="0" name=""/>
        <dsp:cNvSpPr/>
      </dsp:nvSpPr>
      <dsp:spPr>
        <a:xfrm>
          <a:off x="3473564" y="1492653"/>
          <a:ext cx="956220" cy="47811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templates</a:t>
          </a:r>
        </a:p>
      </dsp:txBody>
      <dsp:txXfrm>
        <a:off x="3473564" y="1492653"/>
        <a:ext cx="956220" cy="478110"/>
      </dsp:txXfrm>
    </dsp:sp>
    <dsp:sp modelId="{7D79B4E7-906C-4B44-95DF-0278C27B0343}">
      <dsp:nvSpPr>
        <dsp:cNvPr id="0" name=""/>
        <dsp:cNvSpPr/>
      </dsp:nvSpPr>
      <dsp:spPr>
        <a:xfrm>
          <a:off x="580997" y="2171569"/>
          <a:ext cx="956220" cy="4781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404.Html</a:t>
          </a:r>
        </a:p>
      </dsp:txBody>
      <dsp:txXfrm>
        <a:off x="580997" y="2171569"/>
        <a:ext cx="956220" cy="478110"/>
      </dsp:txXfrm>
    </dsp:sp>
    <dsp:sp modelId="{6FD53D4D-08EF-4CD6-94E2-A8C6C0CE91C7}">
      <dsp:nvSpPr>
        <dsp:cNvPr id="0" name=""/>
        <dsp:cNvSpPr/>
      </dsp:nvSpPr>
      <dsp:spPr>
        <a:xfrm>
          <a:off x="1738024" y="2171569"/>
          <a:ext cx="956220" cy="4781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adminPage.html</a:t>
          </a:r>
        </a:p>
      </dsp:txBody>
      <dsp:txXfrm>
        <a:off x="1738024" y="2171569"/>
        <a:ext cx="956220" cy="478110"/>
      </dsp:txXfrm>
    </dsp:sp>
    <dsp:sp modelId="{194A1E86-7D34-4661-8D28-F589B72521AC}">
      <dsp:nvSpPr>
        <dsp:cNvPr id="0" name=""/>
        <dsp:cNvSpPr/>
      </dsp:nvSpPr>
      <dsp:spPr>
        <a:xfrm>
          <a:off x="2895051" y="2171569"/>
          <a:ext cx="956220" cy="4781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Login.html</a:t>
          </a:r>
        </a:p>
      </dsp:txBody>
      <dsp:txXfrm>
        <a:off x="2895051" y="2171569"/>
        <a:ext cx="956220" cy="478110"/>
      </dsp:txXfrm>
    </dsp:sp>
    <dsp:sp modelId="{009DFD6D-FF9A-4AB9-A333-9D0F8004B6EF}">
      <dsp:nvSpPr>
        <dsp:cNvPr id="0" name=""/>
        <dsp:cNvSpPr/>
      </dsp:nvSpPr>
      <dsp:spPr>
        <a:xfrm>
          <a:off x="4052078" y="2171569"/>
          <a:ext cx="956220" cy="4781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studentPage.html</a:t>
          </a:r>
        </a:p>
      </dsp:txBody>
      <dsp:txXfrm>
        <a:off x="4052078" y="2171569"/>
        <a:ext cx="956220" cy="478110"/>
      </dsp:txXfrm>
    </dsp:sp>
    <dsp:sp modelId="{6E9096E5-27D2-4DA6-BF8B-21D8D1EB89D5}">
      <dsp:nvSpPr>
        <dsp:cNvPr id="0" name=""/>
        <dsp:cNvSpPr/>
      </dsp:nvSpPr>
      <dsp:spPr>
        <a:xfrm>
          <a:off x="5209105" y="2171569"/>
          <a:ext cx="956220" cy="4781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teacherPage.html</a:t>
          </a:r>
        </a:p>
      </dsp:txBody>
      <dsp:txXfrm>
        <a:off x="5209105" y="2171569"/>
        <a:ext cx="956220" cy="478110"/>
      </dsp:txXfrm>
    </dsp:sp>
    <dsp:sp modelId="{AD34C3F4-0845-4453-9104-27470FCD7C82}">
      <dsp:nvSpPr>
        <dsp:cNvPr id="0" name=""/>
        <dsp:cNvSpPr/>
      </dsp:nvSpPr>
      <dsp:spPr>
        <a:xfrm>
          <a:off x="6366132" y="2171569"/>
          <a:ext cx="956220" cy="4781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Sub</a:t>
          </a:r>
        </a:p>
      </dsp:txBody>
      <dsp:txXfrm>
        <a:off x="6366132" y="2171569"/>
        <a:ext cx="956220" cy="478110"/>
      </dsp:txXfrm>
    </dsp:sp>
    <dsp:sp modelId="{0458A947-016E-48B5-831C-1049795EB770}">
      <dsp:nvSpPr>
        <dsp:cNvPr id="0" name=""/>
        <dsp:cNvSpPr/>
      </dsp:nvSpPr>
      <dsp:spPr>
        <a:xfrm>
          <a:off x="6605187" y="2850486"/>
          <a:ext cx="956220" cy="47811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adminAddAccount.html</a:t>
          </a:r>
        </a:p>
      </dsp:txBody>
      <dsp:txXfrm>
        <a:off x="6605187" y="2850486"/>
        <a:ext cx="956220" cy="478110"/>
      </dsp:txXfrm>
    </dsp:sp>
    <dsp:sp modelId="{281EA3B5-786A-4D96-9FDF-270EA4192341}">
      <dsp:nvSpPr>
        <dsp:cNvPr id="0" name=""/>
        <dsp:cNvSpPr/>
      </dsp:nvSpPr>
      <dsp:spPr>
        <a:xfrm>
          <a:off x="6605187" y="3529403"/>
          <a:ext cx="956220" cy="47811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adminRemoveAccount.html</a:t>
          </a:r>
        </a:p>
      </dsp:txBody>
      <dsp:txXfrm>
        <a:off x="6605187" y="3529403"/>
        <a:ext cx="956220" cy="478110"/>
      </dsp:txXfrm>
    </dsp:sp>
    <dsp:sp modelId="{882D8585-DF87-405F-9499-57EEDCBBA20A}">
      <dsp:nvSpPr>
        <dsp:cNvPr id="0" name=""/>
        <dsp:cNvSpPr/>
      </dsp:nvSpPr>
      <dsp:spPr>
        <a:xfrm>
          <a:off x="6605187" y="4208319"/>
          <a:ext cx="956220" cy="47811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adminSQLqury.html</a:t>
          </a:r>
        </a:p>
      </dsp:txBody>
      <dsp:txXfrm>
        <a:off x="6605187" y="4208319"/>
        <a:ext cx="956220" cy="478110"/>
      </dsp:txXfrm>
    </dsp:sp>
    <dsp:sp modelId="{A86B76D8-F978-4CCA-8CAF-2D66BDAE3F83}">
      <dsp:nvSpPr>
        <dsp:cNvPr id="0" name=""/>
        <dsp:cNvSpPr/>
      </dsp:nvSpPr>
      <dsp:spPr>
        <a:xfrm>
          <a:off x="6605187" y="4887236"/>
          <a:ext cx="956220" cy="47811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teacherTiles.html</a:t>
          </a:r>
        </a:p>
      </dsp:txBody>
      <dsp:txXfrm>
        <a:off x="6605187" y="4887236"/>
        <a:ext cx="956220" cy="478110"/>
      </dsp:txXfrm>
    </dsp:sp>
    <dsp:sp modelId="{79A1F8DA-A2D4-4BFB-8AEA-23C468FCC7CC}">
      <dsp:nvSpPr>
        <dsp:cNvPr id="0" name=""/>
        <dsp:cNvSpPr/>
      </dsp:nvSpPr>
      <dsp:spPr>
        <a:xfrm>
          <a:off x="6605187" y="5566153"/>
          <a:ext cx="956220" cy="47811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teacherList.html</a:t>
          </a:r>
        </a:p>
      </dsp:txBody>
      <dsp:txXfrm>
        <a:off x="6605187" y="5566153"/>
        <a:ext cx="956220" cy="478110"/>
      </dsp:txXfrm>
    </dsp:sp>
    <dsp:sp modelId="{1B1027C6-3A18-4BD0-9328-7CA8B7D1AF62}">
      <dsp:nvSpPr>
        <dsp:cNvPr id="0" name=""/>
        <dsp:cNvSpPr/>
      </dsp:nvSpPr>
      <dsp:spPr>
        <a:xfrm>
          <a:off x="9787011" y="1492653"/>
          <a:ext cx="956220" cy="478110"/>
        </a:xfrm>
        <a:prstGeom prst="rect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Static</a:t>
          </a:r>
        </a:p>
      </dsp:txBody>
      <dsp:txXfrm>
        <a:off x="9787011" y="1492653"/>
        <a:ext cx="956220" cy="478110"/>
      </dsp:txXfrm>
    </dsp:sp>
    <dsp:sp modelId="{142747CD-03AA-4881-B6DA-6FA90856922D}">
      <dsp:nvSpPr>
        <dsp:cNvPr id="0" name=""/>
        <dsp:cNvSpPr/>
      </dsp:nvSpPr>
      <dsp:spPr>
        <a:xfrm>
          <a:off x="8340728" y="2171569"/>
          <a:ext cx="956220" cy="4781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 err="1"/>
            <a:t>Img</a:t>
          </a:r>
          <a:endParaRPr lang="en-GB" sz="600" kern="1200" dirty="0"/>
        </a:p>
      </dsp:txBody>
      <dsp:txXfrm>
        <a:off x="8340728" y="2171569"/>
        <a:ext cx="956220" cy="478110"/>
      </dsp:txXfrm>
    </dsp:sp>
    <dsp:sp modelId="{33985D27-27F4-47C9-BBA0-09A084AF2218}">
      <dsp:nvSpPr>
        <dsp:cNvPr id="0" name=""/>
        <dsp:cNvSpPr/>
      </dsp:nvSpPr>
      <dsp:spPr>
        <a:xfrm>
          <a:off x="7762214" y="2850486"/>
          <a:ext cx="956220" cy="47811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None.png</a:t>
          </a:r>
        </a:p>
      </dsp:txBody>
      <dsp:txXfrm>
        <a:off x="7762214" y="2850486"/>
        <a:ext cx="956220" cy="478110"/>
      </dsp:txXfrm>
    </dsp:sp>
    <dsp:sp modelId="{23B8705C-2646-4FFA-B8E9-C75306743AD9}">
      <dsp:nvSpPr>
        <dsp:cNvPr id="0" name=""/>
        <dsp:cNvSpPr/>
      </dsp:nvSpPr>
      <dsp:spPr>
        <a:xfrm>
          <a:off x="8919241" y="2850486"/>
          <a:ext cx="956220" cy="47811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Faces</a:t>
          </a:r>
        </a:p>
      </dsp:txBody>
      <dsp:txXfrm>
        <a:off x="8919241" y="2850486"/>
        <a:ext cx="956220" cy="478110"/>
      </dsp:txXfrm>
    </dsp:sp>
    <dsp:sp modelId="{7A5E0612-27C0-42D4-9B81-189B3C4B2B21}">
      <dsp:nvSpPr>
        <dsp:cNvPr id="0" name=""/>
        <dsp:cNvSpPr/>
      </dsp:nvSpPr>
      <dsp:spPr>
        <a:xfrm>
          <a:off x="9158296" y="3529403"/>
          <a:ext cx="956220" cy="47811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Pupil </a:t>
          </a:r>
          <a:r>
            <a:rPr lang="en-GB" sz="600" kern="1200" dirty="0" err="1"/>
            <a:t>img</a:t>
          </a:r>
          <a:r>
            <a:rPr lang="en-GB" sz="600" kern="1200" dirty="0"/>
            <a:t> </a:t>
          </a:r>
        </a:p>
      </dsp:txBody>
      <dsp:txXfrm>
        <a:off x="9158296" y="3529403"/>
        <a:ext cx="956220" cy="478110"/>
      </dsp:txXfrm>
    </dsp:sp>
    <dsp:sp modelId="{C72A4CBF-2A9F-460D-AE30-3BA2E2FCDD5E}">
      <dsp:nvSpPr>
        <dsp:cNvPr id="0" name=""/>
        <dsp:cNvSpPr/>
      </dsp:nvSpPr>
      <dsp:spPr>
        <a:xfrm>
          <a:off x="10076268" y="2171569"/>
          <a:ext cx="956220" cy="4781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 err="1"/>
            <a:t>js</a:t>
          </a:r>
          <a:endParaRPr lang="en-GB" sz="600" kern="1200" dirty="0"/>
        </a:p>
      </dsp:txBody>
      <dsp:txXfrm>
        <a:off x="10076268" y="2171569"/>
        <a:ext cx="956220" cy="478110"/>
      </dsp:txXfrm>
    </dsp:sp>
    <dsp:sp modelId="{84A16F38-3034-4E8D-BE08-8CA77629BEE6}">
      <dsp:nvSpPr>
        <dsp:cNvPr id="0" name=""/>
        <dsp:cNvSpPr/>
      </dsp:nvSpPr>
      <dsp:spPr>
        <a:xfrm>
          <a:off x="10315323" y="2850486"/>
          <a:ext cx="956220" cy="47811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Change password</a:t>
          </a:r>
        </a:p>
      </dsp:txBody>
      <dsp:txXfrm>
        <a:off x="10315323" y="2850486"/>
        <a:ext cx="956220" cy="478110"/>
      </dsp:txXfrm>
    </dsp:sp>
    <dsp:sp modelId="{7FDBE538-1251-4011-867F-23EB1A227FC6}">
      <dsp:nvSpPr>
        <dsp:cNvPr id="0" name=""/>
        <dsp:cNvSpPr/>
      </dsp:nvSpPr>
      <dsp:spPr>
        <a:xfrm>
          <a:off x="10315323" y="3529403"/>
          <a:ext cx="956220" cy="47811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Get location</a:t>
          </a:r>
        </a:p>
      </dsp:txBody>
      <dsp:txXfrm>
        <a:off x="10315323" y="3529403"/>
        <a:ext cx="956220" cy="478110"/>
      </dsp:txXfrm>
    </dsp:sp>
    <dsp:sp modelId="{FCFE15F8-4D9A-4B8F-925C-8E042B13FCC4}">
      <dsp:nvSpPr>
        <dsp:cNvPr id="0" name=""/>
        <dsp:cNvSpPr/>
      </dsp:nvSpPr>
      <dsp:spPr>
        <a:xfrm>
          <a:off x="10315323" y="4208319"/>
          <a:ext cx="956220" cy="47811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600" kern="1200" dirty="0"/>
        </a:p>
      </dsp:txBody>
      <dsp:txXfrm>
        <a:off x="10315323" y="4208319"/>
        <a:ext cx="956220" cy="478110"/>
      </dsp:txXfrm>
    </dsp:sp>
    <dsp:sp modelId="{710F81AE-70A1-4E83-8173-A2A21A78F934}">
      <dsp:nvSpPr>
        <dsp:cNvPr id="0" name=""/>
        <dsp:cNvSpPr/>
      </dsp:nvSpPr>
      <dsp:spPr>
        <a:xfrm>
          <a:off x="11233295" y="2171569"/>
          <a:ext cx="956220" cy="478110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" tIns="3810" rIns="3810" bIns="3810" numCol="1" spcCol="1270" anchor="ctr" anchorCtr="0">
          <a:noAutofit/>
        </a:bodyPr>
        <a:lstStyle/>
        <a:p>
          <a:pPr marL="0" lvl="0" indent="0" algn="ctr" defTabSz="266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600" kern="1200" dirty="0"/>
            <a:t>style-(all html pages).css</a:t>
          </a:r>
        </a:p>
      </dsp:txBody>
      <dsp:txXfrm>
        <a:off x="11233295" y="2171569"/>
        <a:ext cx="956220" cy="4781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6">
  <dgm:title val=""/>
  <dgm:desc val=""/>
  <dgm:catLst>
    <dgm:cat type="hierarchy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5">
          <dgm:prSet phldr="1"/>
        </dgm:pt>
        <dgm:pt modelId="6">
          <dgm:prSet phldr="1"/>
        </dgm:pt>
      </dgm:ptLst>
      <dgm:cxnLst>
        <dgm:cxn modelId="7" srcId="0" destId="1" srcOrd="0" destOrd="0"/>
        <dgm:cxn modelId="8" srcId="1" destId="2" srcOrd="0" destOrd="0"/>
        <dgm:cxn modelId="9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10" srcId="0" destId="4" srcOrd="1" destOrd="0"/>
        <dgm:cxn modelId="11" srcId="0" destId="5" srcOrd="2" destOrd="0"/>
        <dgm:cxn modelId="12" srcId="0" destId="6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2"/>
        <dgm:pt modelId="3"/>
      </dgm:ptLst>
      <dgm:cxnLst>
        <dgm:cxn modelId="4" srcId="0" destId="1" srcOrd="0" destOrd="0"/>
        <dgm:cxn modelId="13" srcId="1" destId="11" srcOrd="0" destOrd="0"/>
        <dgm:cxn modelId="14" srcId="1" destId="12" srcOrd="1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  <dgm:pt modelId="4"/>
        <dgm:pt modelId="5"/>
        <dgm:pt modelId="6"/>
        <dgm:pt modelId="7"/>
      </dgm:ptLst>
      <dgm:cxnLst>
        <dgm:cxn modelId="8" srcId="0" destId="1" srcOrd="0" destOrd="0"/>
        <dgm:cxn modelId="9" srcId="1" destId="2" srcOrd="0" destOrd="0"/>
        <dgm:cxn modelId="10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  <dgm:cxn modelId="11" srcId="0" destId="4" srcOrd="1" destOrd="0"/>
        <dgm:cxn modelId="12" srcId="0" destId="5" srcOrd="2" destOrd="0"/>
        <dgm:cxn modelId="13" srcId="0" destId="6" srcOrd="3" destOrd="0"/>
        <dgm:cxn modelId="14" srcId="0" destId="7" srcOrd="4" destOrd="0"/>
      </dgm:cxnLst>
      <dgm:bg/>
      <dgm:whole/>
    </dgm:dataModel>
  </dgm:clrData>
  <dgm:layoutNode name="mainComposite">
    <dgm:varLst>
      <dgm:chPref val="1"/>
      <dgm:dir/>
      <dgm:animOne val="branch"/>
      <dgm:animLvl val="lvl"/>
      <dgm:resizeHandles val="exact"/>
    </dgm:varLst>
    <dgm:alg type="composite">
      <dgm:param type="vertAlign" val="mid"/>
      <dgm:param type="horzAlign" val="ctr"/>
    </dgm:alg>
    <dgm:shape xmlns:r="http://schemas.openxmlformats.org/officeDocument/2006/relationships" r:blip="">
      <dgm:adjLst/>
    </dgm:shape>
    <dgm:presOf/>
    <dgm:choose name="Name0">
      <dgm:if name="Name1" axis="ch" ptType="node" func="cnt" op="gte" val="2">
        <dgm:choose name="Name2">
          <dgm:if name="Name3" func="var" arg="dir" op="equ" val="norm">
            <dgm:constrLst>
              <dgm:constr type="l" for="ch" forName="hierFlow" refType="w" fact="0.3"/>
              <dgm:constr type="t" for="ch" forName="hierFlow"/>
              <dgm:constr type="r" for="ch" forName="hierFlow" refType="w" fact="0.98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if>
          <dgm:else name="Name4">
            <dgm:constrLst>
              <dgm:constr type="l" for="ch" forName="hierFlow" refType="w" fact="0.02"/>
              <dgm:constr type="t" for="ch" forName="hierFlow"/>
              <dgm:constr type="r" for="ch" forName="hierFlow" refType="w" fact="0.7"/>
              <dgm:constr type="b" for="ch" forName="hierFlow" refType="h" fact="0.98"/>
              <dgm:constr type="l" for="ch" forName="bgShapesFlow"/>
              <dgm:constr type="t" for="ch" forName="bgShapesFlow"/>
              <dgm:constr type="r" for="ch" forName="bgShapesFlow" refType="w"/>
              <dgm:constr type="b" for="ch" forName="bgShapesFlow" refType="h"/>
              <dgm:constr type="w" for="des" forName="level1Shape" refType="w"/>
              <dgm:constr type="h" for="des" forName="level1Shape" refType="w" refFor="des" refForName="level1Shape" fact="0.66667"/>
              <dgm:constr type="w" for="des" forName="level2Shape" refType="w" refFor="des" refForName="level1Shape" op="equ"/>
              <dgm:constr type="h" for="des" forName="level2Shape" refType="h" refFor="des" refForName="level1Shape" op="equ"/>
              <dgm:constr type="sp" for="des" refType="h" refFor="des" refForName="level1Shape" op="equ" fact="0.4"/>
              <dgm:constr type="sibSp" for="des" forName="hierChild1" refType="w" refFor="des" refForName="level1Shape" op="equ" fact="0.3"/>
              <dgm:constr type="sibSp" for="des" forName="hierChild2" refType="sibSp" refFor="des" refForName="hierChild1" op="equ"/>
              <dgm:constr type="sibSp" for="des" forName="hierChild3" refType="sibSp" refFor="des" refForName="hierChild1" op="equ"/>
              <dgm:constr type="userA" for="des" refType="h" refFor="des" refForName="level1Shape" op="equ"/>
              <dgm:constr type="userB" for="des" refType="sp" refFor="des" op="equ"/>
              <dgm:constr type="h" for="des" forName="firstBuf" refType="h" refFor="des" refForName="level1Shape" fact="0.1"/>
            </dgm:constrLst>
          </dgm:else>
        </dgm:choose>
      </dgm:if>
      <dgm:else name="Name5">
        <dgm:constrLst>
          <dgm:constr type="l" for="ch" forName="hierFlow"/>
          <dgm:constr type="t" for="ch" forName="hierFlow"/>
          <dgm:constr type="r" for="ch" forName="hierFlow" refType="w"/>
          <dgm:constr type="b" for="ch" forName="hierFlow" refType="h"/>
          <dgm:constr type="l" for="ch" forName="bgShapesFlow"/>
          <dgm:constr type="t" for="ch" forName="bgShapesFlow"/>
          <dgm:constr type="r" for="ch" forName="bgShapesFlow" refType="w"/>
          <dgm:constr type="b" for="ch" forName="bgShapesFlow" refType="h"/>
          <dgm:constr type="w" for="des" forName="level1Shape" refType="w"/>
          <dgm:constr type="h" for="des" forName="level1Shape" refType="w" refFor="des" refForName="level1Shape" fact="0.66667"/>
          <dgm:constr type="w" for="des" forName="level2Shape" refType="w" refFor="des" refForName="level1Shape" op="equ"/>
          <dgm:constr type="h" for="des" forName="level2Shape" refType="h" refFor="des" refForName="level1Shape" op="equ"/>
          <dgm:constr type="sp" for="des" refType="h" refFor="des" refForName="level1Shape" op="equ" fact="0.4"/>
          <dgm:constr type="sibSp" for="des" forName="hierChild1" refType="w" refFor="des" refForName="level1Shape" op="equ" fact="0.3"/>
          <dgm:constr type="sibSp" for="des" forName="hierChild2" refType="sibSp" refFor="des" refForName="hierChild1" op="equ"/>
          <dgm:constr type="sibSp" for="des" forName="hierChild3" refType="sibSp" refFor="des" refForName="hierChild1" op="equ"/>
          <dgm:constr type="userA" for="des" refType="h" refFor="des" refForName="level1Shape" op="equ"/>
          <dgm:constr type="userB" for="des" refType="sp" refFor="des" op="equ"/>
          <dgm:constr type="h" for="des" forName="firstBuf" refType="h" refFor="des" refForName="level1Shape" fact="0.1"/>
        </dgm:constrLst>
      </dgm:else>
    </dgm:choose>
    <dgm:ruleLst/>
    <dgm:layoutNode name="hierFlow">
      <dgm:alg type="lin">
        <dgm:param type="linDir" val="fromT"/>
        <dgm:param type="nodeVertAlign" val="t"/>
        <dgm:param type="vertAlign" val="t"/>
        <dgm:param type="nodeHorzAlign" val="ctr"/>
        <dgm:param type="fallback" val="2D"/>
      </dgm:alg>
      <dgm:shape xmlns:r="http://schemas.openxmlformats.org/officeDocument/2006/relationships" r:blip="">
        <dgm:adjLst/>
      </dgm:shape>
      <dgm:presOf/>
      <dgm:constrLst/>
      <dgm:ruleLst/>
      <dgm:choose name="Name6">
        <dgm:if name="Name7" axis="ch" ptType="node" func="cnt" op="gte" val="2">
          <dgm:layoutNode name="firstBuf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8"/>
      </dgm:choose>
      <dgm:layoutNode name="hierChild1">
        <dgm:varLst>
          <dgm:chPref val="1"/>
          <dgm:animOne val="branch"/>
          <dgm:animLvl val="lvl"/>
        </dgm:varLst>
        <dgm:choose name="Name9">
          <dgm:if name="Name10" func="var" arg="dir" op="equ" val="norm">
            <dgm:alg type="hierChild">
              <dgm:param type="linDir" val="fromL"/>
              <dgm:param type="vertAlign" val="t"/>
            </dgm:alg>
          </dgm:if>
          <dgm:else name="Name11">
            <dgm:alg type="hierChild">
              <dgm:param type="linDir" val="fromR"/>
              <dgm:param type="vertAlign" val="t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primFontSz" for="des" ptType="node" op="equ"/>
        </dgm:constrLst>
        <dgm:ruleLst/>
        <dgm:forEach name="Name12" axis="ch" cnt="3">
          <dgm:forEach name="Name13" axis="self" ptType="node">
            <dgm:layoutNode name="Name14">
              <dgm:alg type="hierRoot"/>
              <dgm:shape xmlns:r="http://schemas.openxmlformats.org/officeDocument/2006/relationships" r:blip="">
                <dgm:adjLst/>
              </dgm:shape>
              <dgm:presOf/>
              <dgm:constrLst/>
              <dgm:ruleLst/>
              <dgm:layoutNode name="level1Shape" styleLbl="node0">
                <dgm:varLst>
                  <dgm:chPref val="3"/>
                </dgm:varLst>
                <dgm:alg type="tx"/>
                <dgm:shape xmlns:r="http://schemas.openxmlformats.org/officeDocument/2006/relationships" type="roundRect" r:blip="">
                  <dgm:adjLst>
                    <dgm:adj idx="1" val="0.1"/>
                  </dgm:adjLst>
                </dgm:shape>
                <dgm:presOf axis="self"/>
                <dgm:constrLst>
                  <dgm:constr type="primFontSz" val="65"/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hierChild2">
                <dgm:choose name="Name15">
                  <dgm:if name="Name16" func="var" arg="dir" op="equ" val="norm">
                    <dgm:alg type="hierChild">
                      <dgm:param type="linDir" val="fromL"/>
                    </dgm:alg>
                  </dgm:if>
                  <dgm:else name="Name17">
                    <dgm:alg type="hierChild">
                      <dgm:param type="linDir" val="from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  <dgm:forEach name="repeat" axis="ch">
                  <dgm:forEach name="Name18" axis="self" ptType="parTrans" cnt="1">
                    <dgm:layoutNode name="Name19">
                      <dgm:alg type="conn">
                        <dgm:param type="dim" val="1D"/>
                        <dgm:param type="endSty" val="noArr"/>
                        <dgm:param type="connRout" val="bend"/>
                        <dgm:param type="begPts" val="bCtr"/>
                        <dgm:param type="endPts" val="tCtr"/>
                      </dgm:alg>
                      <dgm:shape xmlns:r="http://schemas.openxmlformats.org/officeDocument/2006/relationships" type="conn" r:blip="">
                        <dgm:adjLst/>
                      </dgm:shape>
                      <dgm:presOf axis="self"/>
                      <dgm:constrLst>
                        <dgm:constr type="w" val="1"/>
                        <dgm:constr type="h" val="1"/>
                        <dgm:constr type="begPad"/>
                        <dgm:constr type="endPad"/>
                      </dgm:constrLst>
                      <dgm:ruleLst/>
                    </dgm:layoutNode>
                  </dgm:forEach>
                  <dgm:forEach name="Name20" axis="self" ptType="node">
                    <dgm:layoutNode name="Name21">
                      <dgm:alg type="hierRoot"/>
                      <dgm:shape xmlns:r="http://schemas.openxmlformats.org/officeDocument/2006/relationships" r:blip="">
                        <dgm:adjLst/>
                      </dgm:shape>
                      <dgm:presOf/>
                      <dgm:constrLst/>
                      <dgm:ruleLst/>
                      <dgm:layoutNode name="level2Shape">
                        <dgm:alg type="tx"/>
                        <dgm:shape xmlns:r="http://schemas.openxmlformats.org/officeDocument/2006/relationships" type="roundRect" r:blip="">
                          <dgm:adjLst>
                            <dgm:adj idx="1" val="0.1"/>
                          </dgm:adjLst>
                        </dgm:shape>
                        <dgm:presOf axis="self"/>
                        <dgm:constrLst>
                          <dgm:constr type="primFontSz" val="65"/>
                          <dgm:constr type="tMarg" refType="primFontSz" fact="0.3"/>
                          <dgm:constr type="bMarg" refType="primFontSz" fact="0.3"/>
                          <dgm:constr type="lMarg" refType="primFontSz" fact="0.3"/>
                          <dgm:constr type="rMarg" refType="primFontSz" fact="0.3"/>
                        </dgm:constrLst>
                        <dgm:ruleLst>
                          <dgm:rule type="primFontSz" val="5" fact="NaN" max="NaN"/>
                        </dgm:ruleLst>
                      </dgm:layoutNode>
                      <dgm:layoutNode name="hierChild3">
                        <dgm:choose name="Name22">
                          <dgm:if name="Name23" func="var" arg="dir" op="equ" val="norm">
                            <dgm:alg type="hierChild">
                              <dgm:param type="linDir" val="fromL"/>
                            </dgm:alg>
                          </dgm:if>
                          <dgm:else name="Name24">
                            <dgm:alg type="hierChild">
                              <dgm:param type="linDir" val="fromR"/>
                            </dgm:alg>
                          </dgm:else>
                        </dgm:choose>
                        <dgm:shape xmlns:r="http://schemas.openxmlformats.org/officeDocument/2006/relationships" r:blip="">
                          <dgm:adjLst/>
                        </dgm:shape>
                        <dgm:presOf/>
                        <dgm:constrLst/>
                        <dgm:ruleLst/>
                        <dgm:forEach name="Name25" ref="repeat"/>
                      </dgm:layoutNode>
                    </dgm:layoutNode>
                  </dgm:forEach>
                </dgm:forEach>
              </dgm:layoutNode>
            </dgm:layoutNode>
          </dgm:forEach>
        </dgm:forEach>
      </dgm:layoutNode>
    </dgm:layoutNode>
    <dgm:layoutNode name="bgShapesFlow">
      <dgm:alg type="lin">
        <dgm:param type="linDir" val="fromT"/>
        <dgm:param type="nodeVertAlign" val="t"/>
        <dgm:param type="vertAlign" val="t"/>
        <dgm:param type="nodeHorzAlign" val="ctr"/>
      </dgm:alg>
      <dgm:shape xmlns:r="http://schemas.openxmlformats.org/officeDocument/2006/relationships" r:blip="">
        <dgm:adjLst/>
      </dgm:shape>
      <dgm:presOf/>
      <dgm:constrLst>
        <dgm:constr type="userB"/>
        <dgm:constr type="w" for="ch" forName="rectComp" refType="w"/>
        <dgm:constr type="h" for="ch" forName="rectComp" refType="h"/>
        <dgm:constr type="w" for="des" forName="bgRect" refType="w"/>
        <dgm:constr type="primFontSz" for="des" forName="bgRectTx" op="equ"/>
      </dgm:constrLst>
      <dgm:ruleLst/>
      <dgm:forEach name="Name26" axis="ch" ptType="node" st="2">
        <dgm:layoutNode name="rectComp">
          <dgm:alg type="composite">
            <dgm:param type="vertAlign" val="t"/>
            <dgm:param type="horzAlign" val="ctr"/>
          </dgm:alg>
          <dgm:shape xmlns:r="http://schemas.openxmlformats.org/officeDocument/2006/relationships" r:blip="">
            <dgm:adjLst/>
          </dgm:shape>
          <dgm:presOf/>
          <dgm:choose name="Name27">
            <dgm:if name="Name28" func="var" arg="dir" op="equ" val="norm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l" for="ch" forName="bgRectTx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if>
            <dgm:else name="Name29">
              <dgm:constrLst>
                <dgm:constr type="userA"/>
                <dgm:constr type="l" for="ch" forName="bgRect"/>
                <dgm:constr type="t" for="ch" forName="bgRect"/>
                <dgm:constr type="h" for="ch" forName="bgRect" refType="userA" fact="1.2"/>
                <dgm:constr type="r" for="ch" forName="bgRectTx" refType="w"/>
                <dgm:constr type="t" for="ch" forName="bgRectTx"/>
                <dgm:constr type="w" for="ch" forName="bgRectTx" refType="w" refFor="ch" refForName="bgRect" fact="0.3"/>
                <dgm:constr type="h" for="ch" forName="bgRectTx" refType="h" refFor="ch" refForName="bgRect" op="equ"/>
              </dgm:constrLst>
            </dgm:else>
          </dgm:choose>
          <dgm:ruleLst/>
          <dgm:layoutNode name="bgRect" styleLbl="bgShp">
            <dgm:alg type="sp"/>
            <dgm:shape xmlns:r="http://schemas.openxmlformats.org/officeDocument/2006/relationships" type="roundRect" r:blip="" zOrderOff="-999">
              <dgm:adjLst>
                <dgm:adj idx="1" val="0.1"/>
              </dgm:adjLst>
            </dgm:shape>
            <dgm:presOf axis="desOrSelf" ptType="node"/>
            <dgm:constrLst/>
            <dgm:ruleLst/>
          </dgm:layoutNode>
          <dgm:layoutNode name="bgRectTx" styleLbl="bgShp">
            <dgm:varLst>
              <dgm:bulletEnabled val="1"/>
            </dgm:varLst>
            <dgm:alg type="tx"/>
            <dgm:presOf axis="desOrSelf" ptType="node"/>
            <dgm:shape xmlns:r="http://schemas.openxmlformats.org/officeDocument/2006/relationships" type="rect" r:blip="" zOrderOff="-999" hideGeom="1">
              <dgm:adjLst/>
            </dgm:shape>
            <dgm:constrLst>
              <dgm:constr type="primFontSz" val="65"/>
            </dgm:constrLst>
            <dgm:ruleLst>
              <dgm:rule type="primFontSz" val="5" fact="NaN" max="NaN"/>
            </dgm:ruleLst>
          </dgm:layoutNode>
        </dgm:layoutNode>
        <dgm:choose name="Name30">
          <dgm:if name="Name31" axis="self" ptType="node" func="revPos" op="gte" val="2">
            <dgm:layoutNode name="spComp">
              <dgm:alg type="composite">
                <dgm:param type="vertAlign" val="t"/>
                <dgm:param type="horzAlign" val="ctr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userA"/>
                <dgm:constr type="userB"/>
                <dgm:constr type="l" for="ch" forName="vSp"/>
                <dgm:constr type="t" for="ch" forName="vSp"/>
                <dgm:constr type="h" for="ch" forName="vSp" refType="userB"/>
                <dgm:constr type="hOff" for="ch" forName="vSp" refType="userA" fact="-0.2"/>
              </dgm:constrLst>
              <dgm:ruleLst/>
              <dgm:layoutNode name="vSp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32"/>
        </dgm:choose>
      </dgm:forEach>
    </dgm:layoutNod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13833C-963A-017B-9EDF-3AA2A39063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37EC17-3DC7-4B5B-96D6-633E999DCB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40E07BA-C49A-9CE2-B966-4C45E94B1A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ABA03-DAB9-4868-869B-0B47A9C6F6C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255C88-0BCF-2075-6D98-4C19128B28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10379D-C5F5-4961-6B3F-47246517A1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3051D-12B7-4252-83CA-932AFCF5A4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54005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B19619-3D44-E0F2-45EF-D7950D421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3AA616-975B-52F7-8DDC-DF417A0E265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C3E304A-160A-04A6-CA66-FE024CFE8D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ABA03-DAB9-4868-869B-0B47A9C6F6C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556514-DC53-76BC-13CB-F7C0DFA845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89E4D5-F1EE-D473-7ADD-2C98F33266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3051D-12B7-4252-83CA-932AFCF5A4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0994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C82A3C-BFAA-AB0F-23F4-9A2827F81F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2789A4-9B8A-8176-6378-20E551A489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EECD8E-CBA9-6A5C-7547-1767A1946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ABA03-DAB9-4868-869B-0B47A9C6F6C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B066FB-A4DE-5F17-013B-303B6B18D5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90499D-4B99-8C69-D08B-20C9C6F340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3051D-12B7-4252-83CA-932AFCF5A4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728953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2E9B19-33C0-6ACB-976D-CBC83034F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4110F1-4F35-4762-4E86-57BAE8ADCC6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FBD2AE-8052-5FC6-B0ED-DA0D61B584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F8B4595-1055-FFD8-2011-8B3CF03EE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ABA03-DAB9-4868-869B-0B47A9C6F6C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952DE7C-406B-C031-E706-09A8FE80A6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5B41E39-9B43-DEEA-C95A-B172BFD855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3051D-12B7-4252-83CA-932AFCF5A4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974146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92462E-88D4-DD4E-1EA1-334AE9153F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219D68-1C48-58FB-BD95-B513702BB75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5B3D93-D9B4-E5B5-C198-8716D71889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EEDFF6-6E5B-9B3F-5D1D-215A876FF30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9D9CA7-5102-6CDC-C831-2693AC14F6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E880F2D-785A-9190-0221-DFC294AFC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ABA03-DAB9-4868-869B-0B47A9C6F6C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3F18F21-2D3B-CAF5-0AF8-711C3F78B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07C3C36-DCFE-3541-1C01-54A3F68A88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3051D-12B7-4252-83CA-932AFCF5A4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02553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C62A36-F96E-67FB-1868-F7C4B5C894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FA46EBA-4898-4A8D-37D2-7AFD799A6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ABA03-DAB9-4868-869B-0B47A9C6F6C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2AC8576-0261-E72B-904C-3A3FFE210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EDE18B-120F-9D26-A0AC-F2CCBF136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3051D-12B7-4252-83CA-932AFCF5A4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442009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FEEC50-E20D-BB4A-2C08-386540592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ABA03-DAB9-4868-869B-0B47A9C6F6C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09F859-915C-4FCB-C63D-859DDD897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BD1AD4-8DB7-6AC9-68F7-7C48F8E092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3051D-12B7-4252-83CA-932AFCF5A4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97099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02BB1C-9973-34E8-C2F2-6335E2861B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160094-1F7F-45E7-CB9B-D2EF6CEE86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1142F-3878-C891-0B2B-52BB9AF1EF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DFCED6C-DAC2-FBF9-753C-02619CA5C6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ABA03-DAB9-4868-869B-0B47A9C6F6C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F3F046E-9EC4-C30D-7F16-B8FA78BBBF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EAA2368-05CA-3269-7D7E-BF8E65BA6D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3051D-12B7-4252-83CA-932AFCF5A4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0026931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7C374A-12E6-CBC8-778B-973EB413F3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F4AE95-33AE-FC36-75E5-9E356BFA9BD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1A98F3-C516-9224-4519-70D8A1B311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4407F5-D6A1-7E19-F8A3-B567544D3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ABA03-DAB9-4868-869B-0B47A9C6F6C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7F0F20D-D517-AB9A-BBA1-22FC46D6F4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0BA5B09-86E2-C2D4-FD30-FA2BAAC44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3051D-12B7-4252-83CA-932AFCF5A4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299637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A30AE-84C9-5438-BB47-8DC598C8D8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AC37246-F40E-C9F7-BF82-89A5BEFA9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5DD7F2C-38A6-1698-FC2A-41FF8BEFD9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ABA03-DAB9-4868-869B-0B47A9C6F6C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E89623-7079-8D02-118A-DFE6306AD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C814A6-2FC9-7D7E-56BA-F930A794E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3051D-12B7-4252-83CA-932AFCF5A4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65867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329EF5C-D718-2011-9FB2-3B7511EC187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6448F01-0783-A2E4-96A5-6DA1685C89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CCBA52-634F-5AB0-4078-816F25FE7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FABA03-DAB9-4868-869B-0B47A9C6F6C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45A40C-548A-7D16-D4E5-1C453FD844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408AB49-7E6A-8A9C-27E2-9D95BDABE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13051D-12B7-4252-83CA-932AFCF5A4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6319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7A9185-6EE1-1D77-A37B-6365A6067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57EF07F-0ECB-0FF2-565C-0A0697A2A4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4BC789-1B52-D581-1606-965DE16753D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8FABA03-DAB9-4868-869B-0B47A9C6F6CF}" type="datetimeFigureOut">
              <a:rPr lang="en-GB" smtClean="0"/>
              <a:t>23/09/2025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A14E9-F0C8-3E04-C7C4-A9961D8A45A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86EA6-53F9-21E3-8BD8-22CB5A0A18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A13051D-12B7-4252-83CA-932AFCF5A4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434073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E993048-D673-1A95-2FE0-EABFBDCFB4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7887998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280229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6F0ED8-BD06-804F-C290-9D65E58CF16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208B28CC-5DAC-F0C9-DB29-2F8E52AB9F9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6593958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3814197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DD9328-2F01-E45C-7519-9481B320BB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A21C95B-04EF-50BB-AC63-200113F17F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1712106"/>
              </p:ext>
            </p:extLst>
          </p:nvPr>
        </p:nvGraphicFramePr>
        <p:xfrm>
          <a:off x="0" y="0"/>
          <a:ext cx="121920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8092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9E70DE21-D8F7-5609-9F4A-3B98EDA8CE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0532534" cy="6857303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147856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2D1A40E-441E-AF7B-68E2-34BD457A27F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4226761"/>
              </p:ext>
            </p:extLst>
          </p:nvPr>
        </p:nvGraphicFramePr>
        <p:xfrm>
          <a:off x="0" y="0"/>
          <a:ext cx="5689600" cy="426307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5689600">
                  <a:extLst>
                    <a:ext uri="{9D8B030D-6E8A-4147-A177-3AD203B41FA5}">
                      <a16:colId xmlns:a16="http://schemas.microsoft.com/office/drawing/2014/main" val="1529089207"/>
                    </a:ext>
                  </a:extLst>
                </a:gridCol>
              </a:tblGrid>
              <a:tr h="1853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 dirty="0" err="1">
                          <a:effectLst/>
                        </a:rPr>
                        <a:t>UserID</a:t>
                      </a:r>
                      <a:endParaRPr lang="en-GB" sz="900" kern="100" dirty="0">
                        <a:effectLst/>
                        <a:latin typeface="Cascadia Code" panose="020B06090200000200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79" marR="34779" marT="0" marB="0" anchor="b"/>
                </a:tc>
                <a:extLst>
                  <a:ext uri="{0D108BD9-81ED-4DB2-BD59-A6C34878D82A}">
                    <a16:rowId xmlns:a16="http://schemas.microsoft.com/office/drawing/2014/main" val="4195937907"/>
                  </a:ext>
                </a:extLst>
              </a:tr>
              <a:tr h="1853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FirstName</a:t>
                      </a:r>
                      <a:endParaRPr lang="en-GB" sz="900" kern="100">
                        <a:effectLst/>
                        <a:latin typeface="Cascadia Code" panose="020B06090200000200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79" marR="34779" marT="0" marB="0" anchor="b"/>
                </a:tc>
                <a:extLst>
                  <a:ext uri="{0D108BD9-81ED-4DB2-BD59-A6C34878D82A}">
                    <a16:rowId xmlns:a16="http://schemas.microsoft.com/office/drawing/2014/main" val="2010978383"/>
                  </a:ext>
                </a:extLst>
              </a:tr>
              <a:tr h="1853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LastName</a:t>
                      </a:r>
                      <a:endParaRPr lang="en-GB" sz="900" kern="100">
                        <a:effectLst/>
                        <a:latin typeface="Cascadia Code" panose="020B06090200000200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79" marR="34779" marT="0" marB="0" anchor="b"/>
                </a:tc>
                <a:extLst>
                  <a:ext uri="{0D108BD9-81ED-4DB2-BD59-A6C34878D82A}">
                    <a16:rowId xmlns:a16="http://schemas.microsoft.com/office/drawing/2014/main" val="1803323575"/>
                  </a:ext>
                </a:extLst>
              </a:tr>
              <a:tr h="1853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SchoolEmail</a:t>
                      </a:r>
                      <a:endParaRPr lang="en-GB" sz="900" kern="100">
                        <a:effectLst/>
                        <a:latin typeface="Cascadia Code" panose="020B06090200000200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79" marR="34779" marT="0" marB="0" anchor="b"/>
                </a:tc>
                <a:extLst>
                  <a:ext uri="{0D108BD9-81ED-4DB2-BD59-A6C34878D82A}">
                    <a16:rowId xmlns:a16="http://schemas.microsoft.com/office/drawing/2014/main" val="4000487043"/>
                  </a:ext>
                </a:extLst>
              </a:tr>
              <a:tr h="1853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HomeEmail</a:t>
                      </a:r>
                      <a:endParaRPr lang="en-GB" sz="900" kern="100">
                        <a:effectLst/>
                        <a:latin typeface="Cascadia Code" panose="020B06090200000200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79" marR="34779" marT="0" marB="0" anchor="b"/>
                </a:tc>
                <a:extLst>
                  <a:ext uri="{0D108BD9-81ED-4DB2-BD59-A6C34878D82A}">
                    <a16:rowId xmlns:a16="http://schemas.microsoft.com/office/drawing/2014/main" val="3498924275"/>
                  </a:ext>
                </a:extLst>
              </a:tr>
              <a:tr h="1853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Password</a:t>
                      </a:r>
                      <a:endParaRPr lang="en-GB" sz="900" kern="100">
                        <a:effectLst/>
                        <a:latin typeface="Cascadia Code" panose="020B06090200000200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79" marR="34779" marT="0" marB="0" anchor="b"/>
                </a:tc>
                <a:extLst>
                  <a:ext uri="{0D108BD9-81ED-4DB2-BD59-A6C34878D82A}">
                    <a16:rowId xmlns:a16="http://schemas.microsoft.com/office/drawing/2014/main" val="3477298079"/>
                  </a:ext>
                </a:extLst>
              </a:tr>
              <a:tr h="1853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Gender</a:t>
                      </a:r>
                      <a:endParaRPr lang="en-GB" sz="900" kern="100">
                        <a:effectLst/>
                        <a:latin typeface="Cascadia Code" panose="020B06090200000200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79" marR="34779" marT="0" marB="0" anchor="b"/>
                </a:tc>
                <a:extLst>
                  <a:ext uri="{0D108BD9-81ED-4DB2-BD59-A6C34878D82A}">
                    <a16:rowId xmlns:a16="http://schemas.microsoft.com/office/drawing/2014/main" val="2319604120"/>
                  </a:ext>
                </a:extLst>
              </a:tr>
              <a:tr h="1853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Image</a:t>
                      </a:r>
                      <a:endParaRPr lang="en-GB" sz="900" kern="100">
                        <a:effectLst/>
                        <a:latin typeface="Cascadia Code" panose="020B06090200000200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79" marR="34779" marT="0" marB="0" anchor="b"/>
                </a:tc>
                <a:extLst>
                  <a:ext uri="{0D108BD9-81ED-4DB2-BD59-A6C34878D82A}">
                    <a16:rowId xmlns:a16="http://schemas.microsoft.com/office/drawing/2014/main" val="3732429252"/>
                  </a:ext>
                </a:extLst>
              </a:tr>
              <a:tr h="1853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 dirty="0" err="1">
                          <a:effectLst/>
                        </a:rPr>
                        <a:t>RoleName</a:t>
                      </a:r>
                      <a:endParaRPr lang="en-GB" sz="900" kern="100" dirty="0">
                        <a:effectLst/>
                        <a:latin typeface="Cascadia Code" panose="020B06090200000200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79" marR="34779" marT="0" marB="0" anchor="b"/>
                </a:tc>
                <a:extLst>
                  <a:ext uri="{0D108BD9-81ED-4DB2-BD59-A6C34878D82A}">
                    <a16:rowId xmlns:a16="http://schemas.microsoft.com/office/drawing/2014/main" val="51816331"/>
                  </a:ext>
                </a:extLst>
              </a:tr>
              <a:tr h="1853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 dirty="0">
                          <a:effectLst/>
                        </a:rPr>
                        <a:t>Form</a:t>
                      </a:r>
                      <a:endParaRPr lang="en-GB" sz="900" kern="100" dirty="0">
                        <a:effectLst/>
                        <a:latin typeface="Cascadia Code" panose="020B06090200000200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79" marR="34779" marT="0" marB="0" anchor="b"/>
                </a:tc>
                <a:extLst>
                  <a:ext uri="{0D108BD9-81ED-4DB2-BD59-A6C34878D82A}">
                    <a16:rowId xmlns:a16="http://schemas.microsoft.com/office/drawing/2014/main" val="2220260052"/>
                  </a:ext>
                </a:extLst>
              </a:tr>
              <a:tr h="1853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House</a:t>
                      </a:r>
                      <a:endParaRPr lang="en-GB" sz="900" kern="100">
                        <a:effectLst/>
                        <a:latin typeface="Cascadia Code" panose="020B06090200000200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79" marR="34779" marT="0" marB="0" anchor="b"/>
                </a:tc>
                <a:extLst>
                  <a:ext uri="{0D108BD9-81ED-4DB2-BD59-A6C34878D82A}">
                    <a16:rowId xmlns:a16="http://schemas.microsoft.com/office/drawing/2014/main" val="429018680"/>
                  </a:ext>
                </a:extLst>
              </a:tr>
              <a:tr h="1853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>
                          <a:effectLst/>
                        </a:rPr>
                        <a:t>Year</a:t>
                      </a:r>
                      <a:endParaRPr lang="en-GB" sz="900" kern="100">
                        <a:effectLst/>
                        <a:latin typeface="Cascadia Code" panose="020B06090200000200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79" marR="34779" marT="0" marB="0" anchor="b"/>
                </a:tc>
                <a:extLst>
                  <a:ext uri="{0D108BD9-81ED-4DB2-BD59-A6C34878D82A}">
                    <a16:rowId xmlns:a16="http://schemas.microsoft.com/office/drawing/2014/main" val="319478201"/>
                  </a:ext>
                </a:extLst>
              </a:tr>
              <a:tr h="1853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 dirty="0">
                          <a:effectLst/>
                        </a:rPr>
                        <a:t>Alteration</a:t>
                      </a:r>
                      <a:endParaRPr lang="en-GB" sz="900" kern="100" dirty="0">
                        <a:effectLst/>
                        <a:latin typeface="Cascadia Code" panose="020B06090200000200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79" marR="34779" marT="0" marB="0" anchor="b"/>
                </a:tc>
                <a:extLst>
                  <a:ext uri="{0D108BD9-81ED-4DB2-BD59-A6C34878D82A}">
                    <a16:rowId xmlns:a16="http://schemas.microsoft.com/office/drawing/2014/main" val="1470898836"/>
                  </a:ext>
                </a:extLst>
              </a:tr>
              <a:tr h="1853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 dirty="0">
                          <a:effectLst/>
                        </a:rPr>
                        <a:t>Subject Name</a:t>
                      </a:r>
                      <a:endParaRPr lang="en-GB" sz="900" kern="100" dirty="0">
                        <a:effectLst/>
                        <a:latin typeface="Cascadia Code" panose="020B06090200000200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79" marR="34779" marT="0" marB="0" anchor="b"/>
                </a:tc>
                <a:extLst>
                  <a:ext uri="{0D108BD9-81ED-4DB2-BD59-A6C34878D82A}">
                    <a16:rowId xmlns:a16="http://schemas.microsoft.com/office/drawing/2014/main" val="986801025"/>
                  </a:ext>
                </a:extLst>
              </a:tr>
              <a:tr h="1853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 dirty="0">
                          <a:effectLst/>
                        </a:rPr>
                        <a:t>Teacher</a:t>
                      </a:r>
                      <a:endParaRPr lang="en-GB" sz="900" kern="100" dirty="0">
                        <a:effectLst/>
                        <a:latin typeface="Cascadia Code" panose="020B06090200000200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79" marR="34779" marT="0" marB="0" anchor="b"/>
                </a:tc>
                <a:extLst>
                  <a:ext uri="{0D108BD9-81ED-4DB2-BD59-A6C34878D82A}">
                    <a16:rowId xmlns:a16="http://schemas.microsoft.com/office/drawing/2014/main" val="3388497740"/>
                  </a:ext>
                </a:extLst>
              </a:tr>
              <a:tr h="1853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 dirty="0">
                          <a:effectLst/>
                        </a:rPr>
                        <a:t>Lesson Type</a:t>
                      </a:r>
                      <a:endParaRPr lang="en-GB" sz="900" kern="100" dirty="0">
                        <a:effectLst/>
                        <a:latin typeface="Cascadia Code" panose="020B06090200000200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79" marR="34779" marT="0" marB="0" anchor="b"/>
                </a:tc>
                <a:extLst>
                  <a:ext uri="{0D108BD9-81ED-4DB2-BD59-A6C34878D82A}">
                    <a16:rowId xmlns:a16="http://schemas.microsoft.com/office/drawing/2014/main" val="266516365"/>
                  </a:ext>
                </a:extLst>
              </a:tr>
              <a:tr h="1853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 dirty="0" err="1">
                          <a:effectLst/>
                        </a:rPr>
                        <a:t>LocationName</a:t>
                      </a:r>
                      <a:endParaRPr lang="en-GB" sz="900" kern="100" dirty="0">
                        <a:effectLst/>
                        <a:latin typeface="Cascadia Code" panose="020B06090200000200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79" marR="34779" marT="0" marB="0" anchor="b"/>
                </a:tc>
                <a:extLst>
                  <a:ext uri="{0D108BD9-81ED-4DB2-BD59-A6C34878D82A}">
                    <a16:rowId xmlns:a16="http://schemas.microsoft.com/office/drawing/2014/main" val="3238202670"/>
                  </a:ext>
                </a:extLst>
              </a:tr>
              <a:tr h="1853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 dirty="0">
                          <a:effectLst/>
                        </a:rPr>
                        <a:t>Start</a:t>
                      </a:r>
                      <a:endParaRPr lang="en-GB" sz="900" kern="100" dirty="0">
                        <a:effectLst/>
                        <a:latin typeface="Cascadia Code" panose="020B06090200000200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79" marR="34779" marT="0" marB="0" anchor="b"/>
                </a:tc>
                <a:extLst>
                  <a:ext uri="{0D108BD9-81ED-4DB2-BD59-A6C34878D82A}">
                    <a16:rowId xmlns:a16="http://schemas.microsoft.com/office/drawing/2014/main" val="3464952799"/>
                  </a:ext>
                </a:extLst>
              </a:tr>
              <a:tr h="1853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 dirty="0">
                          <a:effectLst/>
                        </a:rPr>
                        <a:t>End</a:t>
                      </a:r>
                      <a:endParaRPr lang="en-GB" sz="900" kern="100" dirty="0">
                        <a:effectLst/>
                        <a:latin typeface="Cascadia Code" panose="020B06090200000200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79" marR="34779" marT="0" marB="0" anchor="b"/>
                </a:tc>
                <a:extLst>
                  <a:ext uri="{0D108BD9-81ED-4DB2-BD59-A6C34878D82A}">
                    <a16:rowId xmlns:a16="http://schemas.microsoft.com/office/drawing/2014/main" val="2992690505"/>
                  </a:ext>
                </a:extLst>
              </a:tr>
              <a:tr h="1853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 dirty="0">
                          <a:effectLst/>
                        </a:rPr>
                        <a:t>Day</a:t>
                      </a:r>
                      <a:endParaRPr lang="en-GB" sz="900" kern="100" dirty="0">
                        <a:effectLst/>
                        <a:latin typeface="Cascadia Code" panose="020B06090200000200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79" marR="34779" marT="0" marB="0" anchor="b"/>
                </a:tc>
                <a:extLst>
                  <a:ext uri="{0D108BD9-81ED-4DB2-BD59-A6C34878D82A}">
                    <a16:rowId xmlns:a16="http://schemas.microsoft.com/office/drawing/2014/main" val="39625879"/>
                  </a:ext>
                </a:extLst>
              </a:tr>
              <a:tr h="1853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 dirty="0">
                          <a:effectLst/>
                        </a:rPr>
                        <a:t>Week</a:t>
                      </a:r>
                      <a:endParaRPr lang="en-GB" sz="900" kern="100" dirty="0">
                        <a:effectLst/>
                        <a:latin typeface="Cascadia Code" panose="020B06090200000200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79" marR="34779" marT="0" marB="0" anchor="b"/>
                </a:tc>
                <a:extLst>
                  <a:ext uri="{0D108BD9-81ED-4DB2-BD59-A6C34878D82A}">
                    <a16:rowId xmlns:a16="http://schemas.microsoft.com/office/drawing/2014/main" val="1864776443"/>
                  </a:ext>
                </a:extLst>
              </a:tr>
              <a:tr h="1853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 dirty="0">
                          <a:effectLst/>
                        </a:rPr>
                        <a:t>Token</a:t>
                      </a:r>
                      <a:endParaRPr lang="en-GB" sz="900" kern="100" dirty="0">
                        <a:effectLst/>
                        <a:latin typeface="Cascadia Code" panose="020B06090200000200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79" marR="34779" marT="0" marB="0" anchor="b"/>
                </a:tc>
                <a:extLst>
                  <a:ext uri="{0D108BD9-81ED-4DB2-BD59-A6C34878D82A}">
                    <a16:rowId xmlns:a16="http://schemas.microsoft.com/office/drawing/2014/main" val="3049288603"/>
                  </a:ext>
                </a:extLst>
              </a:tr>
              <a:tr h="185351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000" kern="0" dirty="0" err="1">
                          <a:effectLst/>
                        </a:rPr>
                        <a:t>ExpiraryDate</a:t>
                      </a:r>
                      <a:endParaRPr lang="en-GB" sz="900" kern="100" dirty="0">
                        <a:effectLst/>
                        <a:latin typeface="Cascadia Code" panose="020B0609020000020004" pitchFamily="49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34779" marR="34779" marT="0" marB="0" anchor="b"/>
                </a:tc>
                <a:extLst>
                  <a:ext uri="{0D108BD9-81ED-4DB2-BD59-A6C34878D82A}">
                    <a16:rowId xmlns:a16="http://schemas.microsoft.com/office/drawing/2014/main" val="18111644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31382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50F3A389-551C-90B7-062D-90C8EE3FF96C}"/>
              </a:ext>
            </a:extLst>
          </p:cNvPr>
          <p:cNvGrpSpPr/>
          <p:nvPr/>
        </p:nvGrpSpPr>
        <p:grpSpPr>
          <a:xfrm>
            <a:off x="791455" y="1183341"/>
            <a:ext cx="2343631" cy="1298602"/>
            <a:chOff x="791455" y="1183341"/>
            <a:chExt cx="2343631" cy="129860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18B3C22-7ADC-F0FD-2D0F-3DA58D5DE26C}"/>
                </a:ext>
              </a:extLst>
            </p:cNvPr>
            <p:cNvSpPr/>
            <p:nvPr/>
          </p:nvSpPr>
          <p:spPr>
            <a:xfrm>
              <a:off x="791455" y="1183341"/>
              <a:ext cx="2343631" cy="129860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683C6596-B80B-DE86-4392-AE83C2AC87E6}"/>
                </a:ext>
              </a:extLst>
            </p:cNvPr>
            <p:cNvSpPr/>
            <p:nvPr/>
          </p:nvSpPr>
          <p:spPr>
            <a:xfrm>
              <a:off x="1020871" y="1446756"/>
              <a:ext cx="876822" cy="8580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image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F189B37C-DB66-AB1A-53F5-B0E50665C1C0}"/>
                </a:ext>
              </a:extLst>
            </p:cNvPr>
            <p:cNvSpPr/>
            <p:nvPr/>
          </p:nvSpPr>
          <p:spPr>
            <a:xfrm>
              <a:off x="2060532" y="1459282"/>
              <a:ext cx="801665" cy="3569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name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C4C53695-409A-8056-B2C5-9269BB2471B1}"/>
                </a:ext>
              </a:extLst>
            </p:cNvPr>
            <p:cNvSpPr/>
            <p:nvPr/>
          </p:nvSpPr>
          <p:spPr>
            <a:xfrm>
              <a:off x="2060532" y="1942578"/>
              <a:ext cx="1074554" cy="3569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location</a:t>
              </a: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F9919C18-844B-AC62-6A79-D5729143A638}"/>
              </a:ext>
            </a:extLst>
          </p:cNvPr>
          <p:cNvGrpSpPr/>
          <p:nvPr/>
        </p:nvGrpSpPr>
        <p:grpSpPr>
          <a:xfrm>
            <a:off x="3530479" y="1183341"/>
            <a:ext cx="2343631" cy="1298602"/>
            <a:chOff x="791455" y="1183341"/>
            <a:chExt cx="2343631" cy="1298602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D7FA5AEA-CEA9-C32C-041A-701C4E7BA3AA}"/>
                </a:ext>
              </a:extLst>
            </p:cNvPr>
            <p:cNvSpPr/>
            <p:nvPr/>
          </p:nvSpPr>
          <p:spPr>
            <a:xfrm>
              <a:off x="791455" y="1183341"/>
              <a:ext cx="2343631" cy="129860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37C46732-5BA7-6889-2F04-E1D8CB22A455}"/>
                </a:ext>
              </a:extLst>
            </p:cNvPr>
            <p:cNvSpPr/>
            <p:nvPr/>
          </p:nvSpPr>
          <p:spPr>
            <a:xfrm>
              <a:off x="1020871" y="1446756"/>
              <a:ext cx="876822" cy="8580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image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BF436743-C560-D8EE-ADE5-461CED6A151B}"/>
                </a:ext>
              </a:extLst>
            </p:cNvPr>
            <p:cNvSpPr/>
            <p:nvPr/>
          </p:nvSpPr>
          <p:spPr>
            <a:xfrm>
              <a:off x="2060532" y="1459282"/>
              <a:ext cx="801665" cy="3569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name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F106B59-9F7B-ED02-78FF-3E782D3B883A}"/>
                </a:ext>
              </a:extLst>
            </p:cNvPr>
            <p:cNvSpPr/>
            <p:nvPr/>
          </p:nvSpPr>
          <p:spPr>
            <a:xfrm>
              <a:off x="2060532" y="1942578"/>
              <a:ext cx="1074554" cy="3569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location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765DBDD-F86F-CA03-280B-9658F8B6EF04}"/>
              </a:ext>
            </a:extLst>
          </p:cNvPr>
          <p:cNvGrpSpPr/>
          <p:nvPr/>
        </p:nvGrpSpPr>
        <p:grpSpPr>
          <a:xfrm>
            <a:off x="6240275" y="1183341"/>
            <a:ext cx="2343631" cy="1298602"/>
            <a:chOff x="791455" y="1183341"/>
            <a:chExt cx="2343631" cy="1298602"/>
          </a:xfrm>
        </p:grpSpPr>
        <p:sp>
          <p:nvSpPr>
            <p:cNvPr id="15" name="Rectangle: Rounded Corners 14">
              <a:extLst>
                <a:ext uri="{FF2B5EF4-FFF2-40B4-BE49-F238E27FC236}">
                  <a16:creationId xmlns:a16="http://schemas.microsoft.com/office/drawing/2014/main" id="{F4219C00-863E-299D-A7C2-55FEDE8F2A5D}"/>
                </a:ext>
              </a:extLst>
            </p:cNvPr>
            <p:cNvSpPr/>
            <p:nvPr/>
          </p:nvSpPr>
          <p:spPr>
            <a:xfrm>
              <a:off x="791455" y="1183341"/>
              <a:ext cx="2343631" cy="129860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754E4A9D-C85F-3346-3E2A-71EC95688B03}"/>
                </a:ext>
              </a:extLst>
            </p:cNvPr>
            <p:cNvSpPr/>
            <p:nvPr/>
          </p:nvSpPr>
          <p:spPr>
            <a:xfrm>
              <a:off x="1020871" y="1446756"/>
              <a:ext cx="876822" cy="8580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image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C0F59FD7-E924-CEA5-9FC0-A201347306BB}"/>
                </a:ext>
              </a:extLst>
            </p:cNvPr>
            <p:cNvSpPr/>
            <p:nvPr/>
          </p:nvSpPr>
          <p:spPr>
            <a:xfrm>
              <a:off x="2060532" y="1459282"/>
              <a:ext cx="801665" cy="3569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name</a:t>
              </a:r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8AA3DDF-058D-5A31-97AE-506ADC19D669}"/>
                </a:ext>
              </a:extLst>
            </p:cNvPr>
            <p:cNvSpPr/>
            <p:nvPr/>
          </p:nvSpPr>
          <p:spPr>
            <a:xfrm>
              <a:off x="2060532" y="1942578"/>
              <a:ext cx="1074554" cy="3569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location</a:t>
              </a:r>
            </a:p>
          </p:txBody>
        </p:sp>
      </p:grpSp>
      <p:grpSp>
        <p:nvGrpSpPr>
          <p:cNvPr id="19" name="Group 18">
            <a:extLst>
              <a:ext uri="{FF2B5EF4-FFF2-40B4-BE49-F238E27FC236}">
                <a16:creationId xmlns:a16="http://schemas.microsoft.com/office/drawing/2014/main" id="{DB18DB63-BD54-703E-7C63-EAC0DB8E09B8}"/>
              </a:ext>
            </a:extLst>
          </p:cNvPr>
          <p:cNvGrpSpPr/>
          <p:nvPr/>
        </p:nvGrpSpPr>
        <p:grpSpPr>
          <a:xfrm>
            <a:off x="8979299" y="1183341"/>
            <a:ext cx="2343631" cy="1298602"/>
            <a:chOff x="791455" y="1183341"/>
            <a:chExt cx="2343631" cy="1298602"/>
          </a:xfrm>
        </p:grpSpPr>
        <p:sp>
          <p:nvSpPr>
            <p:cNvPr id="20" name="Rectangle: Rounded Corners 19">
              <a:extLst>
                <a:ext uri="{FF2B5EF4-FFF2-40B4-BE49-F238E27FC236}">
                  <a16:creationId xmlns:a16="http://schemas.microsoft.com/office/drawing/2014/main" id="{D0C2F53C-7773-1C6B-0E23-7A4B1D64D2C0}"/>
                </a:ext>
              </a:extLst>
            </p:cNvPr>
            <p:cNvSpPr/>
            <p:nvPr/>
          </p:nvSpPr>
          <p:spPr>
            <a:xfrm>
              <a:off x="791455" y="1183341"/>
              <a:ext cx="2343631" cy="129860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7E80CCB2-F713-3ABC-3EBC-9AE9BD732A0D}"/>
                </a:ext>
              </a:extLst>
            </p:cNvPr>
            <p:cNvSpPr/>
            <p:nvPr/>
          </p:nvSpPr>
          <p:spPr>
            <a:xfrm>
              <a:off x="1020871" y="1446756"/>
              <a:ext cx="876822" cy="8580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image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90E9F3A5-BD68-9CFC-7436-BF80ED3027EC}"/>
                </a:ext>
              </a:extLst>
            </p:cNvPr>
            <p:cNvSpPr/>
            <p:nvPr/>
          </p:nvSpPr>
          <p:spPr>
            <a:xfrm>
              <a:off x="2060532" y="1459282"/>
              <a:ext cx="801665" cy="3569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name</a:t>
              </a:r>
            </a:p>
          </p:txBody>
        </p:sp>
        <p:sp>
          <p:nvSpPr>
            <p:cNvPr id="23" name="Rectangle 22">
              <a:extLst>
                <a:ext uri="{FF2B5EF4-FFF2-40B4-BE49-F238E27FC236}">
                  <a16:creationId xmlns:a16="http://schemas.microsoft.com/office/drawing/2014/main" id="{4305C2F9-FFFE-A067-47F0-997F72641E01}"/>
                </a:ext>
              </a:extLst>
            </p:cNvPr>
            <p:cNvSpPr/>
            <p:nvPr/>
          </p:nvSpPr>
          <p:spPr>
            <a:xfrm>
              <a:off x="2060532" y="1942578"/>
              <a:ext cx="1074554" cy="3569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location</a:t>
              </a: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5DB4F4E9-CCDF-D0AB-9916-30A5E90A072B}"/>
              </a:ext>
            </a:extLst>
          </p:cNvPr>
          <p:cNvGrpSpPr/>
          <p:nvPr/>
        </p:nvGrpSpPr>
        <p:grpSpPr>
          <a:xfrm>
            <a:off x="791455" y="2757884"/>
            <a:ext cx="2343631" cy="1298602"/>
            <a:chOff x="791455" y="1183341"/>
            <a:chExt cx="2343631" cy="1298602"/>
          </a:xfrm>
        </p:grpSpPr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32E23D16-8281-5BF6-5077-6F7A569F7F84}"/>
                </a:ext>
              </a:extLst>
            </p:cNvPr>
            <p:cNvSpPr/>
            <p:nvPr/>
          </p:nvSpPr>
          <p:spPr>
            <a:xfrm>
              <a:off x="791455" y="1183341"/>
              <a:ext cx="2343631" cy="129860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57BFA170-12BB-1FA2-7166-EB3210754C15}"/>
                </a:ext>
              </a:extLst>
            </p:cNvPr>
            <p:cNvSpPr/>
            <p:nvPr/>
          </p:nvSpPr>
          <p:spPr>
            <a:xfrm>
              <a:off x="1020871" y="1446756"/>
              <a:ext cx="876822" cy="8580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image</a:t>
              </a:r>
            </a:p>
          </p:txBody>
        </p:sp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1DE748C-69EA-A18A-4B0F-2A4D7A5527B2}"/>
                </a:ext>
              </a:extLst>
            </p:cNvPr>
            <p:cNvSpPr/>
            <p:nvPr/>
          </p:nvSpPr>
          <p:spPr>
            <a:xfrm>
              <a:off x="2060532" y="1459282"/>
              <a:ext cx="801665" cy="3569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name</a:t>
              </a: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F76656EB-2C2B-B14D-6839-7B9E4DCBD587}"/>
                </a:ext>
              </a:extLst>
            </p:cNvPr>
            <p:cNvSpPr/>
            <p:nvPr/>
          </p:nvSpPr>
          <p:spPr>
            <a:xfrm>
              <a:off x="2060532" y="1942578"/>
              <a:ext cx="1074554" cy="3569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location</a:t>
              </a:r>
            </a:p>
          </p:txBody>
        </p:sp>
      </p:grpSp>
      <p:grpSp>
        <p:nvGrpSpPr>
          <p:cNvPr id="34" name="Group 33">
            <a:extLst>
              <a:ext uri="{FF2B5EF4-FFF2-40B4-BE49-F238E27FC236}">
                <a16:creationId xmlns:a16="http://schemas.microsoft.com/office/drawing/2014/main" id="{1411E18D-18AA-A7EE-A41C-5C37AC76ADEA}"/>
              </a:ext>
            </a:extLst>
          </p:cNvPr>
          <p:cNvGrpSpPr/>
          <p:nvPr/>
        </p:nvGrpSpPr>
        <p:grpSpPr>
          <a:xfrm>
            <a:off x="6240275" y="2757884"/>
            <a:ext cx="2343631" cy="1298602"/>
            <a:chOff x="791455" y="1183341"/>
            <a:chExt cx="2343631" cy="1298602"/>
          </a:xfrm>
        </p:grpSpPr>
        <p:sp>
          <p:nvSpPr>
            <p:cNvPr id="35" name="Rectangle: Rounded Corners 34">
              <a:extLst>
                <a:ext uri="{FF2B5EF4-FFF2-40B4-BE49-F238E27FC236}">
                  <a16:creationId xmlns:a16="http://schemas.microsoft.com/office/drawing/2014/main" id="{E99B0DC5-2608-62D9-93A1-6AD6B6981C9B}"/>
                </a:ext>
              </a:extLst>
            </p:cNvPr>
            <p:cNvSpPr/>
            <p:nvPr/>
          </p:nvSpPr>
          <p:spPr>
            <a:xfrm>
              <a:off x="791455" y="1183341"/>
              <a:ext cx="2343631" cy="129860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6" name="Rectangle 35">
              <a:extLst>
                <a:ext uri="{FF2B5EF4-FFF2-40B4-BE49-F238E27FC236}">
                  <a16:creationId xmlns:a16="http://schemas.microsoft.com/office/drawing/2014/main" id="{760DF939-A17B-66B2-5D99-0BD8916FFE01}"/>
                </a:ext>
              </a:extLst>
            </p:cNvPr>
            <p:cNvSpPr/>
            <p:nvPr/>
          </p:nvSpPr>
          <p:spPr>
            <a:xfrm>
              <a:off x="1020871" y="1446756"/>
              <a:ext cx="876822" cy="8580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image</a:t>
              </a:r>
            </a:p>
          </p:txBody>
        </p:sp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F5486B80-4845-C851-217D-8C37046C676E}"/>
                </a:ext>
              </a:extLst>
            </p:cNvPr>
            <p:cNvSpPr/>
            <p:nvPr/>
          </p:nvSpPr>
          <p:spPr>
            <a:xfrm>
              <a:off x="2060532" y="1459282"/>
              <a:ext cx="801665" cy="3569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name</a:t>
              </a:r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AE89B29D-F51B-EE39-D441-56EF15C8540F}"/>
                </a:ext>
              </a:extLst>
            </p:cNvPr>
            <p:cNvSpPr/>
            <p:nvPr/>
          </p:nvSpPr>
          <p:spPr>
            <a:xfrm>
              <a:off x="2060532" y="1942578"/>
              <a:ext cx="1074554" cy="3569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location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EEDA9EA4-A0BF-CA93-3F2D-4922162A467A}"/>
              </a:ext>
            </a:extLst>
          </p:cNvPr>
          <p:cNvGrpSpPr/>
          <p:nvPr/>
        </p:nvGrpSpPr>
        <p:grpSpPr>
          <a:xfrm>
            <a:off x="8979299" y="2757884"/>
            <a:ext cx="2343631" cy="1298602"/>
            <a:chOff x="791455" y="1183341"/>
            <a:chExt cx="2343631" cy="1298602"/>
          </a:xfrm>
        </p:grpSpPr>
        <p:sp>
          <p:nvSpPr>
            <p:cNvPr id="40" name="Rectangle: Rounded Corners 39">
              <a:extLst>
                <a:ext uri="{FF2B5EF4-FFF2-40B4-BE49-F238E27FC236}">
                  <a16:creationId xmlns:a16="http://schemas.microsoft.com/office/drawing/2014/main" id="{CBAB5CF2-B77E-C98C-3E37-F1266FB9CA26}"/>
                </a:ext>
              </a:extLst>
            </p:cNvPr>
            <p:cNvSpPr/>
            <p:nvPr/>
          </p:nvSpPr>
          <p:spPr>
            <a:xfrm>
              <a:off x="791455" y="1183341"/>
              <a:ext cx="2343631" cy="129860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1" name="Rectangle 40">
              <a:extLst>
                <a:ext uri="{FF2B5EF4-FFF2-40B4-BE49-F238E27FC236}">
                  <a16:creationId xmlns:a16="http://schemas.microsoft.com/office/drawing/2014/main" id="{065889B3-70F2-435A-0194-45C0E83AC904}"/>
                </a:ext>
              </a:extLst>
            </p:cNvPr>
            <p:cNvSpPr/>
            <p:nvPr/>
          </p:nvSpPr>
          <p:spPr>
            <a:xfrm>
              <a:off x="1020871" y="1446756"/>
              <a:ext cx="876822" cy="8580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image</a:t>
              </a:r>
            </a:p>
          </p:txBody>
        </p:sp>
        <p:sp>
          <p:nvSpPr>
            <p:cNvPr id="42" name="Rectangle 41">
              <a:extLst>
                <a:ext uri="{FF2B5EF4-FFF2-40B4-BE49-F238E27FC236}">
                  <a16:creationId xmlns:a16="http://schemas.microsoft.com/office/drawing/2014/main" id="{BD8AE15F-2549-F992-B4DC-932FEDF7E105}"/>
                </a:ext>
              </a:extLst>
            </p:cNvPr>
            <p:cNvSpPr/>
            <p:nvPr/>
          </p:nvSpPr>
          <p:spPr>
            <a:xfrm>
              <a:off x="2060532" y="1459282"/>
              <a:ext cx="801665" cy="3569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name</a:t>
              </a:r>
            </a:p>
          </p:txBody>
        </p:sp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82F46312-88CE-6BDC-001F-402D299B45E6}"/>
                </a:ext>
              </a:extLst>
            </p:cNvPr>
            <p:cNvSpPr/>
            <p:nvPr/>
          </p:nvSpPr>
          <p:spPr>
            <a:xfrm>
              <a:off x="2060532" y="1942578"/>
              <a:ext cx="1074554" cy="3569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location</a:t>
              </a:r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7A902DA5-1D09-FC4B-5DA8-9766D3B607C3}"/>
              </a:ext>
            </a:extLst>
          </p:cNvPr>
          <p:cNvGrpSpPr/>
          <p:nvPr/>
        </p:nvGrpSpPr>
        <p:grpSpPr>
          <a:xfrm>
            <a:off x="791455" y="4376058"/>
            <a:ext cx="2343631" cy="1298602"/>
            <a:chOff x="791455" y="1183341"/>
            <a:chExt cx="2343631" cy="1298602"/>
          </a:xfrm>
        </p:grpSpPr>
        <p:sp>
          <p:nvSpPr>
            <p:cNvPr id="45" name="Rectangle: Rounded Corners 44">
              <a:extLst>
                <a:ext uri="{FF2B5EF4-FFF2-40B4-BE49-F238E27FC236}">
                  <a16:creationId xmlns:a16="http://schemas.microsoft.com/office/drawing/2014/main" id="{8ED6DF79-EACD-EB21-1CB7-73BA67B21B37}"/>
                </a:ext>
              </a:extLst>
            </p:cNvPr>
            <p:cNvSpPr/>
            <p:nvPr/>
          </p:nvSpPr>
          <p:spPr>
            <a:xfrm>
              <a:off x="791455" y="1183341"/>
              <a:ext cx="2343631" cy="129860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46" name="Rectangle 45">
              <a:extLst>
                <a:ext uri="{FF2B5EF4-FFF2-40B4-BE49-F238E27FC236}">
                  <a16:creationId xmlns:a16="http://schemas.microsoft.com/office/drawing/2014/main" id="{1DFC46DB-DD3F-4186-5184-66EC7CBD48B1}"/>
                </a:ext>
              </a:extLst>
            </p:cNvPr>
            <p:cNvSpPr/>
            <p:nvPr/>
          </p:nvSpPr>
          <p:spPr>
            <a:xfrm>
              <a:off x="1020871" y="1446756"/>
              <a:ext cx="876822" cy="8580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image</a:t>
              </a:r>
            </a:p>
          </p:txBody>
        </p:sp>
        <p:sp>
          <p:nvSpPr>
            <p:cNvPr id="47" name="Rectangle 46">
              <a:extLst>
                <a:ext uri="{FF2B5EF4-FFF2-40B4-BE49-F238E27FC236}">
                  <a16:creationId xmlns:a16="http://schemas.microsoft.com/office/drawing/2014/main" id="{A7B26647-76B9-AD4D-FC35-074696A144FD}"/>
                </a:ext>
              </a:extLst>
            </p:cNvPr>
            <p:cNvSpPr/>
            <p:nvPr/>
          </p:nvSpPr>
          <p:spPr>
            <a:xfrm>
              <a:off x="2060532" y="1459282"/>
              <a:ext cx="801665" cy="3569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name</a:t>
              </a:r>
            </a:p>
          </p:txBody>
        </p:sp>
        <p:sp>
          <p:nvSpPr>
            <p:cNvPr id="48" name="Rectangle 47">
              <a:extLst>
                <a:ext uri="{FF2B5EF4-FFF2-40B4-BE49-F238E27FC236}">
                  <a16:creationId xmlns:a16="http://schemas.microsoft.com/office/drawing/2014/main" id="{2BA2B0EB-2E95-CB34-AB2F-F94056801C5C}"/>
                </a:ext>
              </a:extLst>
            </p:cNvPr>
            <p:cNvSpPr/>
            <p:nvPr/>
          </p:nvSpPr>
          <p:spPr>
            <a:xfrm>
              <a:off x="2060532" y="1942578"/>
              <a:ext cx="1074554" cy="3569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location</a:t>
              </a:r>
            </a:p>
          </p:txBody>
        </p:sp>
      </p:grpSp>
      <p:grpSp>
        <p:nvGrpSpPr>
          <p:cNvPr id="49" name="Group 48">
            <a:extLst>
              <a:ext uri="{FF2B5EF4-FFF2-40B4-BE49-F238E27FC236}">
                <a16:creationId xmlns:a16="http://schemas.microsoft.com/office/drawing/2014/main" id="{81FF0028-D359-8CE5-4F6C-04687A39DE8D}"/>
              </a:ext>
            </a:extLst>
          </p:cNvPr>
          <p:cNvGrpSpPr/>
          <p:nvPr/>
        </p:nvGrpSpPr>
        <p:grpSpPr>
          <a:xfrm>
            <a:off x="3530479" y="4376058"/>
            <a:ext cx="2343631" cy="1298602"/>
            <a:chOff x="791455" y="1183341"/>
            <a:chExt cx="2343631" cy="1298602"/>
          </a:xfrm>
        </p:grpSpPr>
        <p:sp>
          <p:nvSpPr>
            <p:cNvPr id="50" name="Rectangle: Rounded Corners 49">
              <a:extLst>
                <a:ext uri="{FF2B5EF4-FFF2-40B4-BE49-F238E27FC236}">
                  <a16:creationId xmlns:a16="http://schemas.microsoft.com/office/drawing/2014/main" id="{D19B5955-D936-F487-A5B2-506182E154EF}"/>
                </a:ext>
              </a:extLst>
            </p:cNvPr>
            <p:cNvSpPr/>
            <p:nvPr/>
          </p:nvSpPr>
          <p:spPr>
            <a:xfrm>
              <a:off x="791455" y="1183341"/>
              <a:ext cx="2343631" cy="129860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1" name="Rectangle 50">
              <a:extLst>
                <a:ext uri="{FF2B5EF4-FFF2-40B4-BE49-F238E27FC236}">
                  <a16:creationId xmlns:a16="http://schemas.microsoft.com/office/drawing/2014/main" id="{C0476A29-4FC7-A450-7B53-7005ADC02DB8}"/>
                </a:ext>
              </a:extLst>
            </p:cNvPr>
            <p:cNvSpPr/>
            <p:nvPr/>
          </p:nvSpPr>
          <p:spPr>
            <a:xfrm>
              <a:off x="1020871" y="1446756"/>
              <a:ext cx="876822" cy="8580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image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38C0E3F8-DF8E-45FB-243E-3813240718EC}"/>
                </a:ext>
              </a:extLst>
            </p:cNvPr>
            <p:cNvSpPr/>
            <p:nvPr/>
          </p:nvSpPr>
          <p:spPr>
            <a:xfrm>
              <a:off x="2060532" y="1459282"/>
              <a:ext cx="801665" cy="3569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name</a:t>
              </a:r>
            </a:p>
          </p:txBody>
        </p:sp>
        <p:sp>
          <p:nvSpPr>
            <p:cNvPr id="53" name="Rectangle 52">
              <a:extLst>
                <a:ext uri="{FF2B5EF4-FFF2-40B4-BE49-F238E27FC236}">
                  <a16:creationId xmlns:a16="http://schemas.microsoft.com/office/drawing/2014/main" id="{BC8B8EE1-C10A-E4EA-2137-28020206E180}"/>
                </a:ext>
              </a:extLst>
            </p:cNvPr>
            <p:cNvSpPr/>
            <p:nvPr/>
          </p:nvSpPr>
          <p:spPr>
            <a:xfrm>
              <a:off x="2060532" y="1942578"/>
              <a:ext cx="1074554" cy="3569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location</a:t>
              </a:r>
            </a:p>
          </p:txBody>
        </p:sp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742FF6AB-72C3-5EF6-F808-D331771BE35F}"/>
              </a:ext>
            </a:extLst>
          </p:cNvPr>
          <p:cNvGrpSpPr/>
          <p:nvPr/>
        </p:nvGrpSpPr>
        <p:grpSpPr>
          <a:xfrm>
            <a:off x="6240275" y="4376058"/>
            <a:ext cx="2343631" cy="1298602"/>
            <a:chOff x="791455" y="1183341"/>
            <a:chExt cx="2343631" cy="1298602"/>
          </a:xfrm>
        </p:grpSpPr>
        <p:sp>
          <p:nvSpPr>
            <p:cNvPr id="55" name="Rectangle: Rounded Corners 54">
              <a:extLst>
                <a:ext uri="{FF2B5EF4-FFF2-40B4-BE49-F238E27FC236}">
                  <a16:creationId xmlns:a16="http://schemas.microsoft.com/office/drawing/2014/main" id="{A8908840-0C20-C350-A61F-898700E21472}"/>
                </a:ext>
              </a:extLst>
            </p:cNvPr>
            <p:cNvSpPr/>
            <p:nvPr/>
          </p:nvSpPr>
          <p:spPr>
            <a:xfrm>
              <a:off x="791455" y="1183341"/>
              <a:ext cx="2343631" cy="129860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ED58FB5B-96F4-BEAD-1A1C-D0B6D2987BCF}"/>
                </a:ext>
              </a:extLst>
            </p:cNvPr>
            <p:cNvSpPr/>
            <p:nvPr/>
          </p:nvSpPr>
          <p:spPr>
            <a:xfrm>
              <a:off x="1020871" y="1446756"/>
              <a:ext cx="876822" cy="8580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image</a:t>
              </a:r>
            </a:p>
          </p:txBody>
        </p:sp>
        <p:sp>
          <p:nvSpPr>
            <p:cNvPr id="57" name="Rectangle 56">
              <a:extLst>
                <a:ext uri="{FF2B5EF4-FFF2-40B4-BE49-F238E27FC236}">
                  <a16:creationId xmlns:a16="http://schemas.microsoft.com/office/drawing/2014/main" id="{BACBACC8-A8AC-F66F-D44D-11BDD2318BAD}"/>
                </a:ext>
              </a:extLst>
            </p:cNvPr>
            <p:cNvSpPr/>
            <p:nvPr/>
          </p:nvSpPr>
          <p:spPr>
            <a:xfrm>
              <a:off x="2060532" y="1459282"/>
              <a:ext cx="801665" cy="3569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name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75428FBF-55CC-7D23-31F7-742B396537F5}"/>
                </a:ext>
              </a:extLst>
            </p:cNvPr>
            <p:cNvSpPr/>
            <p:nvPr/>
          </p:nvSpPr>
          <p:spPr>
            <a:xfrm>
              <a:off x="2060532" y="1942578"/>
              <a:ext cx="1074554" cy="3569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location</a:t>
              </a:r>
            </a:p>
          </p:txBody>
        </p:sp>
      </p:grpSp>
      <p:grpSp>
        <p:nvGrpSpPr>
          <p:cNvPr id="59" name="Group 58">
            <a:extLst>
              <a:ext uri="{FF2B5EF4-FFF2-40B4-BE49-F238E27FC236}">
                <a16:creationId xmlns:a16="http://schemas.microsoft.com/office/drawing/2014/main" id="{96B81BE9-5514-387F-DAFB-0248CBE15E61}"/>
              </a:ext>
            </a:extLst>
          </p:cNvPr>
          <p:cNvGrpSpPr/>
          <p:nvPr/>
        </p:nvGrpSpPr>
        <p:grpSpPr>
          <a:xfrm>
            <a:off x="8979299" y="4376058"/>
            <a:ext cx="2343631" cy="1298602"/>
            <a:chOff x="791455" y="1183341"/>
            <a:chExt cx="2343631" cy="1298602"/>
          </a:xfrm>
        </p:grpSpPr>
        <p:sp>
          <p:nvSpPr>
            <p:cNvPr id="60" name="Rectangle: Rounded Corners 59">
              <a:extLst>
                <a:ext uri="{FF2B5EF4-FFF2-40B4-BE49-F238E27FC236}">
                  <a16:creationId xmlns:a16="http://schemas.microsoft.com/office/drawing/2014/main" id="{2CFB34B8-C3B6-5031-BD33-69C5362E2835}"/>
                </a:ext>
              </a:extLst>
            </p:cNvPr>
            <p:cNvSpPr/>
            <p:nvPr/>
          </p:nvSpPr>
          <p:spPr>
            <a:xfrm>
              <a:off x="791455" y="1183341"/>
              <a:ext cx="2343631" cy="129860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61" name="Rectangle 60">
              <a:extLst>
                <a:ext uri="{FF2B5EF4-FFF2-40B4-BE49-F238E27FC236}">
                  <a16:creationId xmlns:a16="http://schemas.microsoft.com/office/drawing/2014/main" id="{82335037-4B94-86F3-E890-B060CC26066E}"/>
                </a:ext>
              </a:extLst>
            </p:cNvPr>
            <p:cNvSpPr/>
            <p:nvPr/>
          </p:nvSpPr>
          <p:spPr>
            <a:xfrm>
              <a:off x="1020871" y="1446756"/>
              <a:ext cx="876822" cy="8580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image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5E09CCC5-55DD-3344-4D85-30BBC4506ED3}"/>
                </a:ext>
              </a:extLst>
            </p:cNvPr>
            <p:cNvSpPr/>
            <p:nvPr/>
          </p:nvSpPr>
          <p:spPr>
            <a:xfrm>
              <a:off x="2060532" y="1459282"/>
              <a:ext cx="801665" cy="3569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name</a:t>
              </a:r>
            </a:p>
          </p:txBody>
        </p:sp>
        <p:sp>
          <p:nvSpPr>
            <p:cNvPr id="63" name="Rectangle 62">
              <a:extLst>
                <a:ext uri="{FF2B5EF4-FFF2-40B4-BE49-F238E27FC236}">
                  <a16:creationId xmlns:a16="http://schemas.microsoft.com/office/drawing/2014/main" id="{390FE0B3-DD67-F56E-08CE-E99CCBE84E41}"/>
                </a:ext>
              </a:extLst>
            </p:cNvPr>
            <p:cNvSpPr/>
            <p:nvPr/>
          </p:nvSpPr>
          <p:spPr>
            <a:xfrm>
              <a:off x="2060532" y="1942578"/>
              <a:ext cx="1074554" cy="3569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location</a:t>
              </a:r>
            </a:p>
          </p:txBody>
        </p:sp>
      </p:grpSp>
      <p:sp>
        <p:nvSpPr>
          <p:cNvPr id="64" name="Rectangle 63">
            <a:extLst>
              <a:ext uri="{FF2B5EF4-FFF2-40B4-BE49-F238E27FC236}">
                <a16:creationId xmlns:a16="http://schemas.microsoft.com/office/drawing/2014/main" id="{60BFF392-3FEE-4F68-2157-73426156F23B}"/>
              </a:ext>
            </a:extLst>
          </p:cNvPr>
          <p:cNvSpPr/>
          <p:nvPr/>
        </p:nvSpPr>
        <p:spPr>
          <a:xfrm>
            <a:off x="791455" y="582460"/>
            <a:ext cx="2214792" cy="324940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Filter Name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60EA2FB-4BDC-8E79-48D8-073D931A949D}"/>
              </a:ext>
            </a:extLst>
          </p:cNvPr>
          <p:cNvSpPr/>
          <p:nvPr/>
        </p:nvSpPr>
        <p:spPr>
          <a:xfrm>
            <a:off x="3914384" y="582460"/>
            <a:ext cx="1440493" cy="2813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House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51E15944-7172-D378-F469-04858D80B062}"/>
              </a:ext>
            </a:extLst>
          </p:cNvPr>
          <p:cNvSpPr/>
          <p:nvPr/>
        </p:nvSpPr>
        <p:spPr>
          <a:xfrm>
            <a:off x="5847567" y="625648"/>
            <a:ext cx="1440493" cy="28130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Form</a:t>
            </a:r>
          </a:p>
        </p:txBody>
      </p:sp>
      <p:sp>
        <p:nvSpPr>
          <p:cNvPr id="67" name="Rectangle: Rounded Corners 66">
            <a:extLst>
              <a:ext uri="{FF2B5EF4-FFF2-40B4-BE49-F238E27FC236}">
                <a16:creationId xmlns:a16="http://schemas.microsoft.com/office/drawing/2014/main" id="{1455926F-A37C-2301-62F9-EEC432D36E75}"/>
              </a:ext>
            </a:extLst>
          </p:cNvPr>
          <p:cNvSpPr/>
          <p:nvPr/>
        </p:nvSpPr>
        <p:spPr>
          <a:xfrm>
            <a:off x="8146318" y="582460"/>
            <a:ext cx="1665962" cy="380632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View limit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1860601E-AE96-1CDB-D0C2-77C08DFB382A}"/>
              </a:ext>
            </a:extLst>
          </p:cNvPr>
          <p:cNvSpPr/>
          <p:nvPr/>
        </p:nvSpPr>
        <p:spPr>
          <a:xfrm>
            <a:off x="3914384" y="863769"/>
            <a:ext cx="1440493" cy="143580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House 1</a:t>
            </a:r>
          </a:p>
          <a:p>
            <a:pPr algn="ctr"/>
            <a:r>
              <a:rPr lang="en-GB" dirty="0"/>
              <a:t>House 2</a:t>
            </a:r>
          </a:p>
          <a:p>
            <a:pPr algn="ctr"/>
            <a:r>
              <a:rPr lang="en-GB" dirty="0"/>
              <a:t>House 3</a:t>
            </a:r>
          </a:p>
          <a:p>
            <a:pPr algn="ctr"/>
            <a:r>
              <a:rPr lang="en-GB" dirty="0"/>
              <a:t>House 4</a:t>
            </a:r>
          </a:p>
          <a:p>
            <a:pPr algn="ctr"/>
            <a:r>
              <a:rPr lang="en-GB" dirty="0"/>
              <a:t>House 5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AC826086-4391-ED0D-0BEC-8446E2748E39}"/>
              </a:ext>
            </a:extLst>
          </p:cNvPr>
          <p:cNvSpPr/>
          <p:nvPr/>
        </p:nvSpPr>
        <p:spPr>
          <a:xfrm>
            <a:off x="5847569" y="906957"/>
            <a:ext cx="1440493" cy="1435801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Form A</a:t>
            </a:r>
          </a:p>
          <a:p>
            <a:pPr algn="ctr"/>
            <a:r>
              <a:rPr lang="en-GB" dirty="0"/>
              <a:t>Form B</a:t>
            </a:r>
          </a:p>
          <a:p>
            <a:pPr algn="ctr"/>
            <a:r>
              <a:rPr lang="en-GB" dirty="0"/>
              <a:t>Form C</a:t>
            </a:r>
          </a:p>
          <a:p>
            <a:pPr algn="ctr"/>
            <a:r>
              <a:rPr lang="en-GB" dirty="0"/>
              <a:t>Form D</a:t>
            </a:r>
          </a:p>
          <a:p>
            <a:pPr algn="ctr"/>
            <a:r>
              <a:rPr lang="en-GB" dirty="0"/>
              <a:t>Form E</a:t>
            </a: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B5E0131B-20BF-B2CA-ACE6-C2CCF53B4D48}"/>
              </a:ext>
            </a:extLst>
          </p:cNvPr>
          <p:cNvSpPr/>
          <p:nvPr/>
        </p:nvSpPr>
        <p:spPr>
          <a:xfrm>
            <a:off x="8259052" y="963093"/>
            <a:ext cx="1440493" cy="1097440"/>
          </a:xfrm>
          <a:prstGeom prst="rect">
            <a:avLst/>
          </a:prstGeom>
          <a:solidFill>
            <a:schemeClr val="accent3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View all</a:t>
            </a:r>
          </a:p>
          <a:p>
            <a:pPr algn="ctr"/>
            <a:r>
              <a:rPr lang="en-GB" dirty="0"/>
              <a:t>View 100</a:t>
            </a:r>
          </a:p>
          <a:p>
            <a:pPr algn="ctr"/>
            <a:r>
              <a:rPr lang="en-GB" dirty="0"/>
              <a:t>View 50</a:t>
            </a:r>
          </a:p>
          <a:p>
            <a:pPr algn="ctr"/>
            <a:r>
              <a:rPr lang="en-GB" dirty="0"/>
              <a:t>View 20</a:t>
            </a: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75C5A022-FD71-38BD-7F79-18A4FB00DF64}"/>
              </a:ext>
            </a:extLst>
          </p:cNvPr>
          <p:cNvGrpSpPr/>
          <p:nvPr/>
        </p:nvGrpSpPr>
        <p:grpSpPr>
          <a:xfrm>
            <a:off x="3135086" y="2535288"/>
            <a:ext cx="3105189" cy="1777618"/>
            <a:chOff x="791455" y="1183341"/>
            <a:chExt cx="2343631" cy="1298602"/>
          </a:xfrm>
        </p:grpSpPr>
        <p:sp>
          <p:nvSpPr>
            <p:cNvPr id="30" name="Rectangle: Rounded Corners 29">
              <a:extLst>
                <a:ext uri="{FF2B5EF4-FFF2-40B4-BE49-F238E27FC236}">
                  <a16:creationId xmlns:a16="http://schemas.microsoft.com/office/drawing/2014/main" id="{A0B9558D-0F4F-AD6F-AE91-A66A6B80210B}"/>
                </a:ext>
              </a:extLst>
            </p:cNvPr>
            <p:cNvSpPr/>
            <p:nvPr/>
          </p:nvSpPr>
          <p:spPr>
            <a:xfrm>
              <a:off x="791455" y="1183341"/>
              <a:ext cx="2343631" cy="1298602"/>
            </a:xfrm>
            <a:prstGeom prst="round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C09752B0-9951-1B7E-3E0E-9B1A075EE350}"/>
                </a:ext>
              </a:extLst>
            </p:cNvPr>
            <p:cNvSpPr/>
            <p:nvPr/>
          </p:nvSpPr>
          <p:spPr>
            <a:xfrm>
              <a:off x="1020871" y="1446756"/>
              <a:ext cx="876822" cy="858033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image</a:t>
              </a: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8BB8E2F0-A969-1D78-E976-8B368FF94D13}"/>
                </a:ext>
              </a:extLst>
            </p:cNvPr>
            <p:cNvSpPr/>
            <p:nvPr/>
          </p:nvSpPr>
          <p:spPr>
            <a:xfrm>
              <a:off x="2060532" y="1459282"/>
              <a:ext cx="801665" cy="3569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name</a:t>
              </a:r>
            </a:p>
          </p:txBody>
        </p:sp>
        <p:sp>
          <p:nvSpPr>
            <p:cNvPr id="33" name="Rectangle 32">
              <a:extLst>
                <a:ext uri="{FF2B5EF4-FFF2-40B4-BE49-F238E27FC236}">
                  <a16:creationId xmlns:a16="http://schemas.microsoft.com/office/drawing/2014/main" id="{22EA2A56-DA0C-95B0-A87C-0FAFE6C0D488}"/>
                </a:ext>
              </a:extLst>
            </p:cNvPr>
            <p:cNvSpPr/>
            <p:nvPr/>
          </p:nvSpPr>
          <p:spPr>
            <a:xfrm>
              <a:off x="2060532" y="1942578"/>
              <a:ext cx="1074554" cy="3569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dirty="0"/>
                <a:t>location</a:t>
              </a:r>
            </a:p>
          </p:txBody>
        </p:sp>
      </p:grpSp>
      <p:pic>
        <p:nvPicPr>
          <p:cNvPr id="1026" name="Picture 2" descr="Cursor Icon - Free PNG &amp; SVG 19119 - Noun Project">
            <a:extLst>
              <a:ext uri="{FF2B5EF4-FFF2-40B4-BE49-F238E27FC236}">
                <a16:creationId xmlns:a16="http://schemas.microsoft.com/office/drawing/2014/main" id="{333961F0-2D4C-8E57-846B-AE4830CC24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5880" y="3677633"/>
            <a:ext cx="652579" cy="6525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54735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FE94389-B1EB-F923-33AD-1CD46EA6C2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74400" y="-118913"/>
            <a:ext cx="13262613" cy="6994808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8BA8F146-87F0-BDF1-3992-4A45E7C67FF1}"/>
              </a:ext>
            </a:extLst>
          </p:cNvPr>
          <p:cNvSpPr/>
          <p:nvPr/>
        </p:nvSpPr>
        <p:spPr>
          <a:xfrm>
            <a:off x="3576181" y="1265129"/>
            <a:ext cx="4885151" cy="4077222"/>
          </a:xfrm>
          <a:prstGeom prst="roundRect">
            <a:avLst>
              <a:gd name="adj" fmla="val 8218"/>
            </a:avLst>
          </a:prstGeom>
          <a:solidFill>
            <a:schemeClr val="accent5">
              <a:alpha val="46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3200" dirty="0"/>
              <a:t>School sign in system</a:t>
            </a:r>
          </a:p>
          <a:p>
            <a:pPr algn="ctr"/>
            <a:r>
              <a:rPr lang="en-GB" sz="2000" dirty="0"/>
              <a:t>Login</a:t>
            </a:r>
          </a:p>
          <a:p>
            <a:endParaRPr lang="en-GB" sz="2000" dirty="0"/>
          </a:p>
          <a:p>
            <a:r>
              <a:rPr lang="en-GB" sz="2000" dirty="0"/>
              <a:t>Email</a:t>
            </a:r>
          </a:p>
          <a:p>
            <a:r>
              <a:rPr lang="en-GB" sz="2000" dirty="0"/>
              <a:t>[                                                                                   ]</a:t>
            </a:r>
          </a:p>
          <a:p>
            <a:endParaRPr lang="en-GB" sz="2000" dirty="0"/>
          </a:p>
          <a:p>
            <a:r>
              <a:rPr lang="en-GB" sz="2000" dirty="0"/>
              <a:t>Password</a:t>
            </a:r>
          </a:p>
          <a:p>
            <a:r>
              <a:rPr lang="en-GB" sz="2000" dirty="0"/>
              <a:t>[                                                                                   ]</a:t>
            </a:r>
          </a:p>
          <a:p>
            <a:pPr algn="ctr"/>
            <a:endParaRPr lang="en-GB" sz="2000" dirty="0"/>
          </a:p>
          <a:p>
            <a:pPr algn="ctr"/>
            <a:endParaRPr lang="en-GB" sz="2000" dirty="0"/>
          </a:p>
          <a:p>
            <a:pPr algn="ctr"/>
            <a:endParaRPr lang="en-GB" sz="2000" dirty="0"/>
          </a:p>
          <a:p>
            <a:pPr algn="ctr"/>
            <a:r>
              <a:rPr lang="en-GB" sz="2000" dirty="0"/>
              <a:t>Remember me [ ]		[Login]</a:t>
            </a:r>
          </a:p>
        </p:txBody>
      </p:sp>
    </p:spTree>
    <p:extLst>
      <p:ext uri="{BB962C8B-B14F-4D97-AF65-F5344CB8AC3E}">
        <p14:creationId xmlns:p14="http://schemas.microsoft.com/office/powerpoint/2010/main" val="8814502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</TotalTime>
  <Words>286</Words>
  <Application>Microsoft Office PowerPoint</Application>
  <PresentationFormat>Widescreen</PresentationFormat>
  <Paragraphs>191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Aptos</vt:lpstr>
      <vt:lpstr>Aptos Display</vt:lpstr>
      <vt:lpstr>Arial</vt:lpstr>
      <vt:lpstr>Cascadia Code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Jacob Levy</dc:creator>
  <cp:lastModifiedBy>Jacob Levy</cp:lastModifiedBy>
  <cp:revision>1</cp:revision>
  <dcterms:created xsi:type="dcterms:W3CDTF">2025-09-07T16:33:13Z</dcterms:created>
  <dcterms:modified xsi:type="dcterms:W3CDTF">2025-09-23T07:35:00Z</dcterms:modified>
</cp:coreProperties>
</file>